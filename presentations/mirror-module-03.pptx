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8f239a19444112" /><Relationship Type="http://schemas.openxmlformats.org/officeDocument/2006/relationships/extended-properties" Target="/docProps/app.xml" Id="R8d101505fa084a32" /><Relationship Type="http://schemas.openxmlformats.org/officeDocument/2006/relationships/officeDocument" Target="/ppt/presentation.xml" Id="R6e84a09b938446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2cfcbb3f094dd0"/>
  </p:sldMasterIdLst>
  <p:notesMasterIdLst>
    <p:notesMasterId xmlns:r="http://schemas.openxmlformats.org/officeDocument/2006/relationships" r:id="Rcf217a0084c245a1"/>
  </p:notesMasterIdLst>
  <p:sldIdLst>
    <p:sldId xmlns:r="http://schemas.openxmlformats.org/officeDocument/2006/relationships" id="256" r:id="Rb82b9ce9e2b848ab"/>
    <p:sldId xmlns:r="http://schemas.openxmlformats.org/officeDocument/2006/relationships" id="257" r:id="R8e419fa2673148dc"/>
    <p:sldId xmlns:r="http://schemas.openxmlformats.org/officeDocument/2006/relationships" id="258" r:id="R856f60b3cfeb4441"/>
    <p:sldId xmlns:r="http://schemas.openxmlformats.org/officeDocument/2006/relationships" id="259" r:id="Rc8493e441ad748c9"/>
    <p:sldId xmlns:r="http://schemas.openxmlformats.org/officeDocument/2006/relationships" id="260" r:id="Ra6949825441a4a82"/>
    <p:sldId xmlns:r="http://schemas.openxmlformats.org/officeDocument/2006/relationships" id="261" r:id="R3030de55652d407b"/>
    <p:sldId xmlns:r="http://schemas.openxmlformats.org/officeDocument/2006/relationships" id="262" r:id="R9f23b1eb48c3472a"/>
    <p:sldId xmlns:r="http://schemas.openxmlformats.org/officeDocument/2006/relationships" id="263" r:id="R67c4d3cf6ff048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b6ba2a67114a03" /><Relationship Type="http://schemas.openxmlformats.org/officeDocument/2006/relationships/slideMaster" Target="/ppt/slideMasters/slideMaster1.xml" Id="R742cfcbb3f094dd0" /><Relationship Type="http://schemas.openxmlformats.org/officeDocument/2006/relationships/notesMaster" Target="/ppt/notesMasters/notesMaster1.xml" Id="Rcf217a0084c245a1" /><Relationship Type="http://schemas.openxmlformats.org/officeDocument/2006/relationships/presProps" Target="/ppt/presProps.xml" Id="R64df1b0ab0274372" /><Relationship Type="http://schemas.openxmlformats.org/officeDocument/2006/relationships/tableStyles" Target="/ppt/tableStyles.xml" Id="R555b51ad00a54409" /><Relationship Type="http://schemas.openxmlformats.org/officeDocument/2006/relationships/slide" Target="/ppt/slides/slide1.xml" Id="Rb82b9ce9e2b848ab" /><Relationship Type="http://schemas.openxmlformats.org/officeDocument/2006/relationships/slide" Target="/ppt/slides/slide2.xml" Id="R8e419fa2673148dc" /><Relationship Type="http://schemas.openxmlformats.org/officeDocument/2006/relationships/slide" Target="/ppt/slides/slide3.xml" Id="R856f60b3cfeb4441" /><Relationship Type="http://schemas.openxmlformats.org/officeDocument/2006/relationships/slide" Target="/ppt/slides/slide4.xml" Id="Rc8493e441ad748c9" /><Relationship Type="http://schemas.openxmlformats.org/officeDocument/2006/relationships/slide" Target="/ppt/slides/slide5.xml" Id="Ra6949825441a4a82" /><Relationship Type="http://schemas.openxmlformats.org/officeDocument/2006/relationships/slide" Target="/ppt/slides/slide6.xml" Id="R3030de55652d407b" /><Relationship Type="http://schemas.openxmlformats.org/officeDocument/2006/relationships/slide" Target="/ppt/slides/slide7.xml" Id="R9f23b1eb48c3472a" /><Relationship Type="http://schemas.openxmlformats.org/officeDocument/2006/relationships/slide" Target="/ppt/slides/slide8.xml" Id="R67c4d3cf6ff048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cf1e8e409d47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ecb135d1a44966" /><Relationship Type="http://schemas.openxmlformats.org/officeDocument/2006/relationships/notesMaster" Target="/ppt/notesMasters/notesMaster1.xml" Id="R9a7660c74e4e45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a82b14081c4d69" /><Relationship Type="http://schemas.openxmlformats.org/officeDocument/2006/relationships/notesMaster" Target="/ppt/notesMasters/notesMaster1.xml" Id="R2114ab1a796549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17d6804650464d" /><Relationship Type="http://schemas.openxmlformats.org/officeDocument/2006/relationships/notesMaster" Target="/ppt/notesMasters/notesMaster1.xml" Id="Rca5b392bdf2a4b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3ddfffd9874fc9" /><Relationship Type="http://schemas.openxmlformats.org/officeDocument/2006/relationships/notesMaster" Target="/ppt/notesMasters/notesMaster1.xml" Id="R62bd2ad6973344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5d2fe881334550" /><Relationship Type="http://schemas.openxmlformats.org/officeDocument/2006/relationships/notesMaster" Target="/ppt/notesMasters/notesMaster1.xml" Id="R9e3afe2a62124e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3ce3ea8f0b4710" /><Relationship Type="http://schemas.openxmlformats.org/officeDocument/2006/relationships/notesMaster" Target="/ppt/notesMasters/notesMaster1.xml" Id="Rf43972a20ff44b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e2a6322b094083" /><Relationship Type="http://schemas.openxmlformats.org/officeDocument/2006/relationships/notesMaster" Target="/ppt/notesMasters/notesMaster1.xml" Id="R6ddc398e599a4c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b82f15af894398" /><Relationship Type="http://schemas.openxmlformats.org/officeDocument/2006/relationships/notesMaster" Target="/ppt/notesMasters/notesMaster1.xml" Id="R6845aecdee6d4a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mirror_theory_marking.html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mirror_theory_marking.html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Accurate Marking Routine.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mirror_theory_marking.html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Workshop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mirror_theory_marking.html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Use the right marking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mirror_theory_marking.html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mirror_theory_marking.html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mirror_theory_marking.html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mirror_theory_marking.html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3cd999a5204b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b87a5016f9412a" /><Relationship Type="http://schemas.openxmlformats.org/officeDocument/2006/relationships/slideLayout" Target="/ppt/slideLayouts/slideLayout1.xml" Id="R6f104a05147248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104a05147248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ae22469044c6d" /><Relationship Type="http://schemas.openxmlformats.org/officeDocument/2006/relationships/image" Target="/ppt/media/image.png" Id="R071ea08b63c243ac" /><Relationship Type="http://schemas.openxmlformats.org/officeDocument/2006/relationships/notesSlide" Target="/ppt/notesSlides/notesSlide1.xml" Id="R5a89610d9ec548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2ef26d02a4d8a" /><Relationship Type="http://schemas.openxmlformats.org/officeDocument/2006/relationships/notesSlide" Target="/ppt/notesSlides/notesSlide2.xml" Id="R5bfeaf7295b24f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9d2fb180648be" /><Relationship Type="http://schemas.openxmlformats.org/officeDocument/2006/relationships/notesSlide" Target="/ppt/notesSlides/notesSlide3.xml" Id="R08cb171bac8945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2882b5d8a42d4" /><Relationship Type="http://schemas.openxmlformats.org/officeDocument/2006/relationships/notesSlide" Target="/ppt/notesSlides/notesSlide4.xml" Id="Rb07c598270b44b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a6a77b5b945c8" /><Relationship Type="http://schemas.openxmlformats.org/officeDocument/2006/relationships/notesSlide" Target="/ppt/notesSlides/notesSlide5.xml" Id="R30245f33ce5c41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2c4517fb74171" /><Relationship Type="http://schemas.openxmlformats.org/officeDocument/2006/relationships/notesSlide" Target="/ppt/notesSlides/notesSlide6.xml" Id="R3aa2224eb41c42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b61539ea7443f" /><Relationship Type="http://schemas.openxmlformats.org/officeDocument/2006/relationships/notesSlide" Target="/ppt/notesSlides/notesSlide7.xml" Id="Rd557f97f7a334d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63b6f1c4749fa" /><Relationship Type="http://schemas.openxmlformats.org/officeDocument/2006/relationships/notesSlide" Target="/ppt/notesSlides/notesSlide8.xml" Id="R99461f8c461c41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F4CED-5FD2-41B3-BD16-72B3144A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AE13C-C94D-41F3-8A06-80647838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F0D01-4F63-4F21-BBAF-F03E4B18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module–03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8DABF-6541-4985-B523-3E1426E7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43B37"/>
                </a:solidFill>
              </a:defRPr>
            </a:pPr>
            <a:r>
              <a:rPr sz="4050" b="1">
                <a:solidFill>
                  <a:srgbClr val="143B37"/>
                </a:solidFill>
              </a:rPr>
              <a:t>Datum edges, square lines, cutting allowances and checking before cutting.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C5BF7-4D0B-44AA-94B3-7B3ABF31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module–03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58E41-B5DB-423A-B67A-197B48F1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AA2E6-219C-44A5-AA11-E71E51CA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504AA-C60F-4813-B9BB-CD92826C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CAE6E1"/>
          </a:solidFill>
          <a:ln xmlns:a="http://schemas.openxmlformats.org/drawingml/2006/main" w="0">
            <a:solidFill>
              <a:srgbClr val="CAE6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ea08b63c243ac"/>
          <a:stretch xmlns:a="http://schemas.openxmlformats.org/drawingml/2006/main"/>
        </p:blipFill>
        <p:spPr>
          <a:xfrm xmlns:a="http://schemas.openxmlformats.org/drawingml/2006/main">
            <a:off x="7658100" y="1978819"/>
            <a:ext cx="3714750" cy="2786063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338095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E6D0C-388A-44E0-9B49-C6DA75EE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C7502-2C87-4AD3-8EBE-69083C48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C07A0-E48B-4678-973F-67DEB3CA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module–03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FA550-593C-4489-B596-F3C20A59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3FE65-19D4-43CE-9B22-6AE72093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78379-2478-4E5B-A778-21F5BF1F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60A10-6922-425B-8E82-59E3CC78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238F6-433E-4298-B316-C89B04CA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Accurate Marking Routine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07D1E-EB63-4242-99AD-D8EB6B6A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D7299-16E0-4EEE-947B-63D3687D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D489A-D9EA-411A-A9E1-CCA94F79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Workshop 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D771A-E823-4D0F-9A68-7C67547B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C34A9-401D-4AC7-94C0-76D6614E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973A8-321D-405E-BC85-5EBBEDE5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Use the right marking tool</a:t>
            </a:r>
          </a:p>
        </p:txBody>
      </p:sp>
    </p:spTree>
    <p:extLst>
      <p:ext uri="{BB962C8B-B14F-4D97-AF65-F5344CB8AC3E}">
        <p14:creationId xmlns:p14="http://schemas.microsoft.com/office/powerpoint/2010/main" val="423758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B4D96-C4C3-4E52-B692-D53BB7F6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6EBE8-0107-46D8-89F4-2366B315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D384C-3350-4AED-B82A-47D8E1EA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module–03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2927B-F1AE-4289-A014-0339659C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Accurate Marking Routine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7B481-2F62-45F7-93A4-F3578E32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C08A4-2D44-45D4-8A41-C2D4103A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42742-D442-4FB4-BC46-747C3FBA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Accurate marking is where quality starts.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85058-44A4-4A55-BDDD-5F2FF636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43043-CF18-4854-9FCB-C6FC5717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B7E49-7684-456D-83EB-F06E3E28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A clean cut cannot fix a careless mark.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E71D5-B5EC-44AF-AD32-518A5EA8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7049A-0E7C-464E-837C-C63E5292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8A802-F267-48CF-9B32-55BB7991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Measure from a consistent edge and check before cutting.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423BE-1F20-401B-A60A-DA163A8C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6973304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9CC54-99EB-4027-99A4-72ACBCAA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FB67E-5150-454C-8511-FB40BEE8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422F7-5975-44DF-8249-6DC5F9E3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module–03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D1704-C7BC-4EE1-9356-73FB810A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Workshop Rule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D8607-AAA3-4F51-B87B-FCEE0DA4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B5BAC-74D8-4120-B9F4-A518C0A0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3C2D8-5C44-44FD-B93F-D8CB73EF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Use a datum edge, try square and sharp pencil or marking knife.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2EE9D-1ECE-4CCB-B8E3-114E77E0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32A21-B8A1-48CD-BB26-CCD4CD1C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C7A5E-9FFB-4847-A41C-119AABB3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Mark waste sides clearly so you cut on the correct side of the 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5E143-4F19-4707-8F0E-B0F2C715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EA996-56D3-4A70-B186-E93F761E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4C5ED-9894-4939-B73D-50F0C0AF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The mirror frame depends on matching lengths and square corners.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3879E-0CE6-4270-80DA-F22AB4E5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2405772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FDD5A-A719-46AB-8E17-D9807D8B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D5311-DB7C-432E-A7B9-608A4227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538CB-8B70-43C0-96B3-1C37D2A7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module–03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3D36A-B937-4670-B3ED-3448A383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Use the right marking tool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B3D1D-1A40-45DC-A7A2-58D24ED4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8E766-4073-47E9-AAC4-5596FC04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5235D-0684-4C6E-80BE-ED9C31A7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If the measurement is important, check it twice.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446E4-C966-402E-99B4-02715797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1EF0D-4D76-4F4A-87F4-EDA79E47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D5690-C9B7-47BB-8589-16209742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If the timber is expensive, check it three times and breathe like a normal human before cutting.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72DE5-F6E1-4C32-A4E1-5119F1E8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97770-DB46-4C86-B75F-19B0DAE0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EB780-B88D-4E74-9964-D33BC174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Use a steel rule for accurate short measurements, a tape for longer stock, and a try square or combination square for lines at 90 degrees to the datum edge.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FEA3E-40CD-4171-BE01-FD083816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698434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2F4DA-A68D-4EBE-8C80-12D8A7BD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D937E-C8C6-4321-923C-D360E0B0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EDBE8-990D-405E-949A-1086685E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module–03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DA4E2-5E32-499F-9E79-A365B904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409AC-EECF-46C8-9599-2F9442B0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BD420-09A8-42A2-A636-FEF765F8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Accurate Marking Routine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898C6-B9B0-4E9D-86FA-DDCFA822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BC54B-5A40-43FE-BEAB-AC4E1261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Workshop 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11E2D-97AF-44CA-BCF8-134C830F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47A11-E92D-40A3-AC4C-542E012E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Use the right marking tool</a:t>
            </a:r>
          </a:p>
        </p:txBody>
      </p:sp>
    </p:spTree>
    <p:extLst>
      <p:ext uri="{BB962C8B-B14F-4D97-AF65-F5344CB8AC3E}">
        <p14:creationId xmlns:p14="http://schemas.microsoft.com/office/powerpoint/2010/main" val="17489751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F0AA8-4885-4808-870A-8255D89C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FB5FC-CADD-47B9-BD53-AE301AB6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68193-2B44-4B4E-A471-B7ED59F5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module–03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0E7CE-A522-4955-9F72-FC9F6CBA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31B64-3EE7-4266-849D-30CF9563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BB644-8145-4710-9379-D3EAA0F4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FF41F-67A8-4D22-8339-39F830EE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ACEED-708F-4572-818D-6D19FD2F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ED733-19E7-4D37-9DAC-333382F0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EFFC5-E7E6-4539-B140-3C2812B5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50764-695D-4BC8-89D8-CF999204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1ED41-8C9C-4A4E-AA7E-D28449A3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B05FD-62E1-465C-A8F1-E846A57A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ECB97-7781-4E63-B740-5BA76259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6F6A5-543E-4DB7-87B0-577A0E5B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8625673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BEB06-F0F9-46AF-87F0-BA5965F2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78FC7-7E7F-44BA-9CB5-A3D85B92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A23B8-D873-43CD-8DC4-8154E297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module–03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C592A-0367-4ED1-A8E1-873F1805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43B37"/>
                </a:solidFill>
              </a:defRPr>
            </a:pPr>
            <a:r>
              <a:rPr sz="4500" b="1">
                <a:solidFill>
                  <a:srgbClr val="143B37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3A831-B608-4A55-B751-9B4E2704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5A0F7-2DA1-4B75-919E-F362A2CE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9FFB9-2DF1-4905-9570-8353438C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1. One idea I can now explain: Accurate Marking Routine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CF3FB-394C-4918-8182-5EBD427D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6D58F-20A5-4E7C-866E-8930CB22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B37"/>
                </a:solidFill>
              </a:defRPr>
            </a:pPr>
            <a:r>
              <a:rPr sz="1650" b="0">
                <a:solidFill>
                  <a:srgbClr val="143B37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2DEFC-35C7-4F97-8476-9360B052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F9345-21C8-4539-9C80-4958C569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B37"/>
                </a:solidFill>
              </a:defRPr>
            </a:pPr>
            <a:r>
              <a:rPr sz="1650" b="0">
                <a:solidFill>
                  <a:srgbClr val="143B37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CB364-FE6E-46F7-8578-6F34B45A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8093886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2026-08-16T02:12:49.3320000Z</dcterms:created>
  <dcterms:modified xsi:type="dcterms:W3CDTF">2026-08-16T02:12:49.3320000Z</dcterms:modified>
</coreProperties>
</file>