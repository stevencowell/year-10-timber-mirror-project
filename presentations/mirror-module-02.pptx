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30b501f0944417" /><Relationship Type="http://schemas.openxmlformats.org/officeDocument/2006/relationships/extended-properties" Target="/docProps/app.xml" Id="Rcd91ec3234774a5a" /><Relationship Type="http://schemas.openxmlformats.org/officeDocument/2006/relationships/officeDocument" Target="/ppt/presentation.xml" Id="Rfe9389d5e97646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4bf23c26c34ce7"/>
  </p:sldMasterIdLst>
  <p:notesMasterIdLst>
    <p:notesMasterId xmlns:r="http://schemas.openxmlformats.org/officeDocument/2006/relationships" r:id="R3854b0f595fa4583"/>
  </p:notesMasterIdLst>
  <p:sldIdLst>
    <p:sldId xmlns:r="http://schemas.openxmlformats.org/officeDocument/2006/relationships" id="256" r:id="R6a47655287164d81"/>
    <p:sldId xmlns:r="http://schemas.openxmlformats.org/officeDocument/2006/relationships" id="257" r:id="Rb84a9becf7554e7a"/>
    <p:sldId xmlns:r="http://schemas.openxmlformats.org/officeDocument/2006/relationships" id="258" r:id="R6d5a8a0243a94c1b"/>
    <p:sldId xmlns:r="http://schemas.openxmlformats.org/officeDocument/2006/relationships" id="259" r:id="Rcd8941c0ddf142ff"/>
    <p:sldId xmlns:r="http://schemas.openxmlformats.org/officeDocument/2006/relationships" id="260" r:id="Re67c978d2f404275"/>
    <p:sldId xmlns:r="http://schemas.openxmlformats.org/officeDocument/2006/relationships" id="261" r:id="R0e1de6fcca0c4681"/>
    <p:sldId xmlns:r="http://schemas.openxmlformats.org/officeDocument/2006/relationships" id="262" r:id="R89f69b63d4c84822"/>
    <p:sldId xmlns:r="http://schemas.openxmlformats.org/officeDocument/2006/relationships" id="263" r:id="R9621347746d647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35e4fbd4e34c17" /><Relationship Type="http://schemas.openxmlformats.org/officeDocument/2006/relationships/slideMaster" Target="/ppt/slideMasters/slideMaster1.xml" Id="R434bf23c26c34ce7" /><Relationship Type="http://schemas.openxmlformats.org/officeDocument/2006/relationships/notesMaster" Target="/ppt/notesMasters/notesMaster1.xml" Id="R3854b0f595fa4583" /><Relationship Type="http://schemas.openxmlformats.org/officeDocument/2006/relationships/presProps" Target="/ppt/presProps.xml" Id="R5e9258f08196445e" /><Relationship Type="http://schemas.openxmlformats.org/officeDocument/2006/relationships/tableStyles" Target="/ppt/tableStyles.xml" Id="Rcbe799b1e1754728" /><Relationship Type="http://schemas.openxmlformats.org/officeDocument/2006/relationships/slide" Target="/ppt/slides/slide1.xml" Id="R6a47655287164d81" /><Relationship Type="http://schemas.openxmlformats.org/officeDocument/2006/relationships/slide" Target="/ppt/slides/slide2.xml" Id="Rb84a9becf7554e7a" /><Relationship Type="http://schemas.openxmlformats.org/officeDocument/2006/relationships/slide" Target="/ppt/slides/slide3.xml" Id="R6d5a8a0243a94c1b" /><Relationship Type="http://schemas.openxmlformats.org/officeDocument/2006/relationships/slide" Target="/ppt/slides/slide4.xml" Id="Rcd8941c0ddf142ff" /><Relationship Type="http://schemas.openxmlformats.org/officeDocument/2006/relationships/slide" Target="/ppt/slides/slide5.xml" Id="Re67c978d2f404275" /><Relationship Type="http://schemas.openxmlformats.org/officeDocument/2006/relationships/slide" Target="/ppt/slides/slide6.xml" Id="R0e1de6fcca0c4681" /><Relationship Type="http://schemas.openxmlformats.org/officeDocument/2006/relationships/slide" Target="/ppt/slides/slide7.xml" Id="R89f69b63d4c84822" /><Relationship Type="http://schemas.openxmlformats.org/officeDocument/2006/relationships/slide" Target="/ppt/slides/slide8.xml" Id="R9621347746d647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8e3e148b0140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ac0597904b402e" /><Relationship Type="http://schemas.openxmlformats.org/officeDocument/2006/relationships/notesMaster" Target="/ppt/notesMasters/notesMaster1.xml" Id="Rec0b9139d1e74f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ce4af9a09e4023" /><Relationship Type="http://schemas.openxmlformats.org/officeDocument/2006/relationships/notesMaster" Target="/ppt/notesMasters/notesMaster1.xml" Id="R2fe4c5e40e8d46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4e753c26a64fd4" /><Relationship Type="http://schemas.openxmlformats.org/officeDocument/2006/relationships/notesMaster" Target="/ppt/notesMasters/notesMaster1.xml" Id="R43baa3190e5d4c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ff3a6f800d432e" /><Relationship Type="http://schemas.openxmlformats.org/officeDocument/2006/relationships/notesMaster" Target="/ppt/notesMasters/notesMaster1.xml" Id="R36483215a5234d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405cdd3d244eb4" /><Relationship Type="http://schemas.openxmlformats.org/officeDocument/2006/relationships/notesMaster" Target="/ppt/notesMasters/notesMaster1.xml" Id="Red697110a0e641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8b22d92ec441f8" /><Relationship Type="http://schemas.openxmlformats.org/officeDocument/2006/relationships/notesMaster" Target="/ppt/notesMasters/notesMaster1.xml" Id="R54fba3609d0f4a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8536da4a464958" /><Relationship Type="http://schemas.openxmlformats.org/officeDocument/2006/relationships/notesMaster" Target="/ppt/notesMasters/notesMaster1.xml" Id="Rdc21ddf22dbd4d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00a320233c479b" /><Relationship Type="http://schemas.openxmlformats.org/officeDocument/2006/relationships/notesMaster" Target="/ppt/notesMasters/notesMaster1.xml" Id="R4e73a884a36244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mirror_theory_timber.html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mirror_theory_timber.html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What To Look For.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mirror_theory_timber.html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Select timber before you mark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mirror_theory_timber.html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Timber Choice For The Mirror.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mirror_theory_timber.html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mirror_theory_timber.html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mirror_theory_timber.html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mirror_theory_timber.html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ef76d008547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52101340a94664" /><Relationship Type="http://schemas.openxmlformats.org/officeDocument/2006/relationships/slideLayout" Target="/ppt/slideLayouts/slideLayout1.xml" Id="Rda232751162e46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232751162e46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d9ffeb03e4ad9" /><Relationship Type="http://schemas.openxmlformats.org/officeDocument/2006/relationships/image" Target="/ppt/media/image.png" Id="R6097fb5669ad4ff4" /><Relationship Type="http://schemas.openxmlformats.org/officeDocument/2006/relationships/notesSlide" Target="/ppt/notesSlides/notesSlide1.xml" Id="R2691fda8f31c4d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9962f5b054f7c" /><Relationship Type="http://schemas.openxmlformats.org/officeDocument/2006/relationships/notesSlide" Target="/ppt/notesSlides/notesSlide2.xml" Id="Rb0567d052b354d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823505c50469a" /><Relationship Type="http://schemas.openxmlformats.org/officeDocument/2006/relationships/notesSlide" Target="/ppt/notesSlides/notesSlide3.xml" Id="R354873cf43b443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e87c5e05e4a2c" /><Relationship Type="http://schemas.openxmlformats.org/officeDocument/2006/relationships/notesSlide" Target="/ppt/notesSlides/notesSlide4.xml" Id="R23997a71ea8c45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838635b2e42ea" /><Relationship Type="http://schemas.openxmlformats.org/officeDocument/2006/relationships/notesSlide" Target="/ppt/notesSlides/notesSlide5.xml" Id="R0fe26a39cb964e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3c506f65d4f5e" /><Relationship Type="http://schemas.openxmlformats.org/officeDocument/2006/relationships/notesSlide" Target="/ppt/notesSlides/notesSlide6.xml" Id="R18a64032ee054c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ca33d1f1d484e" /><Relationship Type="http://schemas.openxmlformats.org/officeDocument/2006/relationships/notesSlide" Target="/ppt/notesSlides/notesSlide7.xml" Id="R57488433add947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cbfd356554e32" /><Relationship Type="http://schemas.openxmlformats.org/officeDocument/2006/relationships/notesSlide" Target="/ppt/notesSlides/notesSlide8.xml" Id="R0a177ef31fb74c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60F29-BC89-4D17-8480-502FD45F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12AD1-4A9E-45BB-82A7-E11A7398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55410-4CAB-4C35-ADCC-D882974A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module–02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9E16B-33B0-4F0E-A433-51F14BA8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3B37"/>
                </a:solidFill>
              </a:defRPr>
            </a:pPr>
            <a:r>
              <a:rPr sz="4050" b="1">
                <a:solidFill>
                  <a:srgbClr val="143B37"/>
                </a:solidFill>
              </a:rPr>
              <a:t>Grain, defects, seasoning, cost, sustainability and choosing stable material.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59A97-7D56-405C-87D4-122407A0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module–02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8232A-E1CA-404E-92B0-454AC36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47659-6D8A-4F7B-AAB6-0DBD6056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6E614-8162-4BA6-85D1-30771E66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CAE6E1"/>
          </a:solidFill>
          <a:ln xmlns:a="http://schemas.openxmlformats.org/drawingml/2006/main" w="0">
            <a:solidFill>
              <a:srgbClr val="CAE6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7fb5669ad4ff4"/>
          <a:stretch xmlns:a="http://schemas.openxmlformats.org/drawingml/2006/main"/>
        </p:blipFill>
        <p:spPr>
          <a:xfrm xmlns:a="http://schemas.openxmlformats.org/drawingml/2006/main">
            <a:off x="7658100" y="2133600"/>
            <a:ext cx="3714750" cy="24765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594737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84317-42DD-474C-8408-9F46CAC2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4372E-3811-4C2A-BD40-9CEFFB52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BF5F9-68A9-41C1-8667-C4F785DC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module–02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2E0F7-FBBC-4D13-84C1-C93D17FA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3ED3E-53F6-4547-9071-A1D65130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05948-DB25-4816-A15B-93444D5B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F269A-EB5E-44F2-A073-1BD2C0B9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97118-9EA6-4C03-972B-37BB549F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What To Look For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ABCCB-2A6F-4602-8197-46EF7A8D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09717-F895-4BAF-9B89-3B87160A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7A742-B7E8-4830-B760-49F69F9A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Select timber before you mark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FB869-D085-4FE3-A6D4-4513B9BE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AA9D4-1DC6-4CBA-99CE-B5144E3B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49E6D-A59E-4EBA-B2E9-2E6B9B14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Timber Choice For The Mirror</a:t>
            </a:r>
          </a:p>
        </p:txBody>
      </p:sp>
    </p:spTree>
    <p:extLst>
      <p:ext uri="{BB962C8B-B14F-4D97-AF65-F5344CB8AC3E}">
        <p14:creationId xmlns:p14="http://schemas.microsoft.com/office/powerpoint/2010/main" val="546708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0A267-1505-488E-8BF1-8200C3EE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F9624-B8A4-420A-B236-33A6307D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ED1FD-8AE3-469E-A49D-32D4E1CA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module–02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C89DB-1DD0-454C-806B-6E54EE30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What To Look For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53BF6-00DF-42AF-A66A-F055F6FE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24731-65BE-4E74-B178-FEE78620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70342-7269-42FC-ACA1-97035483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Grain, knots, moisture and defects all affect how it cuts, joins and finishes.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264C9-268C-4CF4-9C15-20D76A40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4A057-BF59-4085-8C30-38BA81AF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81B60-DD12-41E2-8503-3F7CF86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Choosing timber is about stability, appearance, cost and waste.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2DA5E-59D0-4B00-9D10-85C7672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993BC-4B29-4EC6-8E49-68320BAF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60DB2-50CE-457E-BC57-D4CD74D2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Softwoods such as pine are commonly used in school projects because they are affordable, easy to machine and suitable for practising skills.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B80C2-F0CA-4082-90F1-2A71D1C0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4406884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40A30-964E-47D8-8888-709C8D36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6DFF3-3DCE-4C07-9146-E9AE85EA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69B63-AC71-491A-BEFE-64D8C6B3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module–02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8A988-6E94-4855-813D-2CE51474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Select timber before you mark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62B35-0B1D-4537-9032-A2629D50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0F50C-9009-4245-BA6F-AEFFFBAA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51E93-6668-4F8F-B62E-DDEA213B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Softwoods such as pine are commonly used in school projects because they are affordable, easy to machine and suitable for practising skills.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9E3FC-11ED-43D7-B601-36BD8873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D6624-5714-48CC-805D-C04261A5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7B2CB-26AF-423C-916F-38DC07D3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Hardwoods can be stronger or more decorative, but they can cost more and be harder on tools.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328AB-DA22-46B2-B988-7637C794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383E3-9C7F-45F1-AEB3-A506B6AD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2E65B-1210-419B-9D29-BD67BAC4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Good timber selection reduces warping, weak joints and wasted material.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5FB17-B517-43BA-90DC-8101EA58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136808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DAD66-5E9F-4AA1-9484-D147C50D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ECA78-0A19-4845-8F73-73A2A8C1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7623B-4988-4206-A9A5-D33106B9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module–02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7EFAC-9BE0-4F02-8CB2-8DCCCBD8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Timber Choice For The Mirror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AFEC3-6275-45C1-AA54-B4DB87EA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99CFD-27A7-4F3B-ABDD-5BF3A6CE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D58F0-FE2C-4FC1-BCED-C0568C7A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For a mirror frame, the best board is not simply the cheapest or the prettiest.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9B721-3163-4D5B-9C5B-3CDF1D67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A638A-B5D0-455B-8A28-6D8BFB70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E8496-2158-4369-8E11-99078C4A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It needs to be straight, stable and long enough for the required component, with sound timber where joints, rebates and screw holes will be made.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52F24-F1F5-4AFC-B44D-C98EDDA3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45693-FDED-48DF-A449-3CA4CD57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0D827-3270-4EFF-91AB-044F1470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Lay the board on a flat surface and sight along its length.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6A7F8-652E-4C8E-9E9B-4100C68E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0081012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80B13-696F-4E8B-8D5C-97C31963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5B0E6-116E-4A86-9024-8F36DBA5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89A0C-0A7E-4B11-96D6-7D6D9C12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module–02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36B71-80DB-4A86-BDE0-08F8C7DB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ECAEA-C0BB-405A-8D09-F48EB626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0FE2D-A902-4738-985B-C4AEE128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What To Look For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07C94-6C57-46CD-AF42-C6C23C1F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D2266-13C4-48BF-9317-5742B8FC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Select timber before you mark 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CA95E-0ACE-404A-B4F7-CD0E630D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5EE54-D6E3-4DD3-96B0-3A20F178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Timber Choice For The Mirror</a:t>
            </a:r>
          </a:p>
        </p:txBody>
      </p:sp>
    </p:spTree>
    <p:extLst>
      <p:ext uri="{BB962C8B-B14F-4D97-AF65-F5344CB8AC3E}">
        <p14:creationId xmlns:p14="http://schemas.microsoft.com/office/powerpoint/2010/main" val="585440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7D27B-C8AD-4281-8824-9EFB9FD6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F374E-3E67-4075-BC71-38146AE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E5723-2A5C-4F4B-91B3-1A68F1F3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module–02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A0FF0-1EE0-4B71-B6F9-DFC2253E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89DC9-A3FE-4EE3-8CFF-97D7A0F7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A7773-5D75-43F2-8DC6-657AE90B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520B4-E3B9-42E4-8B8C-43122CD7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9456F-59E2-479F-B011-EB4F717C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7DDE0-6939-4CC5-A66E-8580EBEF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FF47B-C2D3-45B9-B62E-F336BBC6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1A18D-3171-4917-8C83-23EEC34D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0141E-CBC8-4C81-B24F-882D82CA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64BF5-9979-4EAE-8892-0259C53A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BD5C7-65F3-4546-B930-1930F245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CB8FA-932A-424C-B370-F0B6239B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21285073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59C1A-0EFE-460A-9AC7-9D77290A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F2A1E-6D1D-4C45-8A2C-829A74DC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CB354-47A3-41E7-9F90-AE5CAF58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module–02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F528B-1B7B-4017-856A-46BDD682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3B37"/>
                </a:solidFill>
              </a:defRPr>
            </a:pPr>
            <a:r>
              <a:rPr sz="4500" b="1">
                <a:solidFill>
                  <a:srgbClr val="143B37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73FAF-42B8-4CD1-836D-C3A44097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C76C7-A59F-4EBE-8A75-960AE6D0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FACC6-02BE-447C-A94A-ABD0C125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1. One idea I can now explain: What To Look For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E3EE7-A87D-474D-B735-551C2F8B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02947-F900-4A84-9553-85642AED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9112D-DCD3-45F0-9920-897F9D84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5B5E1-1AF2-4E75-B4AA-72EF2529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634C1-A137-4275-A067-6569B20C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455270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2026-08-16T02:12:48.6860000Z</dcterms:created>
  <dcterms:modified xsi:type="dcterms:W3CDTF">2026-08-16T02:12:48.6860000Z</dcterms:modified>
</coreProperties>
</file>