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4db73cbad14c6f" /><Relationship Type="http://schemas.openxmlformats.org/officeDocument/2006/relationships/extended-properties" Target="/docProps/app.xml" Id="R0b9850cad4164830" /><Relationship Type="http://schemas.openxmlformats.org/officeDocument/2006/relationships/officeDocument" Target="/ppt/presentation.xml" Id="Rd7605815bf3e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b9a589372f4296"/>
  </p:sldMasterIdLst>
  <p:notesMasterIdLst>
    <p:notesMasterId xmlns:r="http://schemas.openxmlformats.org/officeDocument/2006/relationships" r:id="R9dbcbede8bc048d5"/>
  </p:notesMasterIdLst>
  <p:sldIdLst>
    <p:sldId xmlns:r="http://schemas.openxmlformats.org/officeDocument/2006/relationships" id="256" r:id="R10bcb54520f844fc"/>
    <p:sldId xmlns:r="http://schemas.openxmlformats.org/officeDocument/2006/relationships" id="257" r:id="R403772f1d35343e5"/>
    <p:sldId xmlns:r="http://schemas.openxmlformats.org/officeDocument/2006/relationships" id="258" r:id="R495797915fcc4028"/>
    <p:sldId xmlns:r="http://schemas.openxmlformats.org/officeDocument/2006/relationships" id="259" r:id="R94455da1f6674b6c"/>
    <p:sldId xmlns:r="http://schemas.openxmlformats.org/officeDocument/2006/relationships" id="260" r:id="R9f5eb1d8cf8746df"/>
    <p:sldId xmlns:r="http://schemas.openxmlformats.org/officeDocument/2006/relationships" id="261" r:id="R63e8e0a793c6482c"/>
    <p:sldId xmlns:r="http://schemas.openxmlformats.org/officeDocument/2006/relationships" id="262" r:id="Re2b766f0aea44925"/>
    <p:sldId xmlns:r="http://schemas.openxmlformats.org/officeDocument/2006/relationships" id="263" r:id="Rc88182ef1185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264aee3ad046e5" /><Relationship Type="http://schemas.openxmlformats.org/officeDocument/2006/relationships/slideMaster" Target="/ppt/slideMasters/slideMaster1.xml" Id="R95b9a589372f4296" /><Relationship Type="http://schemas.openxmlformats.org/officeDocument/2006/relationships/notesMaster" Target="/ppt/notesMasters/notesMaster1.xml" Id="R9dbcbede8bc048d5" /><Relationship Type="http://schemas.openxmlformats.org/officeDocument/2006/relationships/presProps" Target="/ppt/presProps.xml" Id="R91372cc7b8394eff" /><Relationship Type="http://schemas.openxmlformats.org/officeDocument/2006/relationships/tableStyles" Target="/ppt/tableStyles.xml" Id="Rf263e86c30244744" /><Relationship Type="http://schemas.openxmlformats.org/officeDocument/2006/relationships/slide" Target="/ppt/slides/slide1.xml" Id="R10bcb54520f844fc" /><Relationship Type="http://schemas.openxmlformats.org/officeDocument/2006/relationships/slide" Target="/ppt/slides/slide2.xml" Id="R403772f1d35343e5" /><Relationship Type="http://schemas.openxmlformats.org/officeDocument/2006/relationships/slide" Target="/ppt/slides/slide3.xml" Id="R495797915fcc4028" /><Relationship Type="http://schemas.openxmlformats.org/officeDocument/2006/relationships/slide" Target="/ppt/slides/slide4.xml" Id="R94455da1f6674b6c" /><Relationship Type="http://schemas.openxmlformats.org/officeDocument/2006/relationships/slide" Target="/ppt/slides/slide5.xml" Id="R9f5eb1d8cf8746df" /><Relationship Type="http://schemas.openxmlformats.org/officeDocument/2006/relationships/slide" Target="/ppt/slides/slide6.xml" Id="R63e8e0a793c6482c" /><Relationship Type="http://schemas.openxmlformats.org/officeDocument/2006/relationships/slide" Target="/ppt/slides/slide7.xml" Id="Re2b766f0aea44925" /><Relationship Type="http://schemas.openxmlformats.org/officeDocument/2006/relationships/slide" Target="/ppt/slides/slide8.xml" Id="Rc88182ef1185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b4b96c8e9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3e2092d4d4150" /><Relationship Type="http://schemas.openxmlformats.org/officeDocument/2006/relationships/notesMaster" Target="/ppt/notesMasters/notesMaster1.xml" Id="R0eb46aa4e8ba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bb5d6afe141eb" /><Relationship Type="http://schemas.openxmlformats.org/officeDocument/2006/relationships/notesMaster" Target="/ppt/notesMasters/notesMaster1.xml" Id="Rcc59cb59fcd24e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a464cd81643a5" /><Relationship Type="http://schemas.openxmlformats.org/officeDocument/2006/relationships/notesMaster" Target="/ppt/notesMasters/notesMaster1.xml" Id="Rac01d894874e42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9774a1a98476c" /><Relationship Type="http://schemas.openxmlformats.org/officeDocument/2006/relationships/notesMaster" Target="/ppt/notesMasters/notesMaster1.xml" Id="Rab3cfa32f6234d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c207a5c514f56" /><Relationship Type="http://schemas.openxmlformats.org/officeDocument/2006/relationships/notesMaster" Target="/ppt/notesMasters/notesMaster1.xml" Id="R698496a0f30e4c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c315df18bb430c" /><Relationship Type="http://schemas.openxmlformats.org/officeDocument/2006/relationships/notesMaster" Target="/ppt/notesMasters/notesMaster1.xml" Id="R7843b5ffd281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7914aa3904485" /><Relationship Type="http://schemas.openxmlformats.org/officeDocument/2006/relationships/notesMaster" Target="/ppt/notesMasters/notesMaster1.xml" Id="R980ed2778f8d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2cd611ed6c420f" /><Relationship Type="http://schemas.openxmlformats.org/officeDocument/2006/relationships/notesMaster" Target="/ppt/notesMasters/notesMaster1.xml" Id="R8e9a3f7b76de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Evaluation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Strong Portfolio Thinking.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Evaluate What Can Be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03dc84214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526513b754dec" /><Relationship Type="http://schemas.openxmlformats.org/officeDocument/2006/relationships/slideLayout" Target="/ppt/slideLayouts/slideLayout1.xml" Id="Rfdc38d3d7bd3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38d3d7bd3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6a4e20644e76" /><Relationship Type="http://schemas.openxmlformats.org/officeDocument/2006/relationships/image" Target="/ppt/media/image.png" Id="R320d42510f384724" /><Relationship Type="http://schemas.openxmlformats.org/officeDocument/2006/relationships/notesSlide" Target="/ppt/notesSlides/notesSlide1.xml" Id="R9878f942bf32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5a5e993eb44e1" /><Relationship Type="http://schemas.openxmlformats.org/officeDocument/2006/relationships/notesSlide" Target="/ppt/notesSlides/notesSlide2.xml" Id="Rb1e54765748b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b27122830411d" /><Relationship Type="http://schemas.openxmlformats.org/officeDocument/2006/relationships/notesSlide" Target="/ppt/notesSlides/notesSlide3.xml" Id="R861891ddc08c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284fb5d84a1f" /><Relationship Type="http://schemas.openxmlformats.org/officeDocument/2006/relationships/notesSlide" Target="/ppt/notesSlides/notesSlide4.xml" Id="Rcf56912a9d0b49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74b52d54f4e3e" /><Relationship Type="http://schemas.openxmlformats.org/officeDocument/2006/relationships/notesSlide" Target="/ppt/notesSlides/notesSlide5.xml" Id="Rcbabeac8299e4d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dac98a6044467" /><Relationship Type="http://schemas.openxmlformats.org/officeDocument/2006/relationships/notesSlide" Target="/ppt/notesSlides/notesSlide6.xml" Id="R519f15de0b46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6dd81819c4e2e" /><Relationship Type="http://schemas.openxmlformats.org/officeDocument/2006/relationships/notesSlide" Target="/ppt/notesSlides/notesSlide7.xml" Id="R44998c40bb5546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ce2c3beef47ca" /><Relationship Type="http://schemas.openxmlformats.org/officeDocument/2006/relationships/notesSlide" Target="/ppt/notesSlides/notesSlide8.xml" Id="R6985d2758c8d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39E72-C101-4012-9DF2-5A11F9E3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9A6E5-4352-47FA-82FD-78D0EABD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F0F88-C68E-4452-9132-B7B48CF9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53B5C-6A31-4CB8-BDCB-F4F24A99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Judge strengths, weaknesses and improvements using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9BE40-8233-452C-95CD-48A12AD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module–09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28A54-4E19-49F1-A6E3-E0DB4DBE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EC1E-7A40-4F03-85AD-E02B7DC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49D56-FBEC-4363-B83E-D4180A8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d42510f384724"/>
          <a:stretch xmlns:a="http://schemas.openxmlformats.org/drawingml/2006/main"/>
        </p:blipFill>
        <p:spPr>
          <a:xfrm xmlns:a="http://schemas.openxmlformats.org/drawingml/2006/main">
            <a:off x="7658100" y="1978819"/>
            <a:ext cx="3714750" cy="2786063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382374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90EEB-E8B7-4C14-A9FE-0724DCD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FF3B7-CC63-42B8-B47C-89920D2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D2820-9D5A-47DC-B02B-528E22E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64D63-5C76-46CA-9BEB-6162E6C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049B4-5BD7-46C6-AA5D-37D3CF0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A20B9-DBB3-435F-AC20-50769183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0DEF8-791B-4119-BF4C-ED15327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F9C50-DEC7-4711-A307-F43CA07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Evaluation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4F45B-632B-461B-814D-6E999EA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44A64-1541-4918-91C1-8960DDB1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BFB57-A75B-40CC-9347-BAC49DB0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Strong Portfolio Thinking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83B61-6668-4767-8EA1-AA3A7A40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81A1F-75AD-4B31-A36F-E41092D2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BEE28-168F-4107-9629-0E399461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Evaluate What Can Be Seen</a:t>
            </a:r>
          </a:p>
        </p:txBody>
      </p:sp>
    </p:spTree>
    <p:extLst>
      <p:ext uri="{BB962C8B-B14F-4D97-AF65-F5344CB8AC3E}">
        <p14:creationId xmlns:p14="http://schemas.microsoft.com/office/powerpoint/2010/main" val="1506997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ABC34-4822-4787-817C-463C6E48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8AFE-4F98-40FB-B87C-418FC05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AED0B-4DBB-49AA-BC48-72748913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D5653-9DD6-49A1-803D-CBAAC6B9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Evaluation Prompts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ACC5-5D3E-4F27-98F0-A0F2A8CC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BC041-F6DA-4559-9E3C-5CB3C05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904E9-2231-4B45-8A6A-58A41CC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Judge strengths, weaknesses and improvements using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ACB09-6371-402D-8725-88D61E1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313BA-5D3F-490A-9E23-573955D5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5721-B0C7-4134-BB52-B98243C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means judging the finished project honestly and using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820D1-BA24-430F-8FA8-9B567D1E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B67F7-E03D-441C-AB5C-B19B90C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0A86D-1C33-4303-AF43-361A5957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Good evaluation names strengths, weaknesses and improvements.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44227-AC4A-4D94-BB3D-8EC62D7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44261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69021-4D74-4221-9009-B70B9D0D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906C-6091-4711-960B-642C998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6E4B2-9C35-40F1-9E4C-3FDB59B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DA4F-E53A-49EA-BEE1-96D0C8F6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Strong Portfolio Thinking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1C293-3596-4BA4-B61E-84A63AD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4CD4C-3F0B-4C5E-BA01-06656DEE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7ADD8-11AC-4D91-8320-C11D5380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Good evaluation names strengths, weaknesses and improvements.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33D3C-4A86-45CD-8B7D-B4616A6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EF4E9-40F6-4CBC-8E21-90BA0931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61EC3-98F3-415C-BA1E-6FBA212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useful evaluation does not just say the project is good.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BCF85-A2B0-4394-9841-73BD3996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91A8D-E16F-4BC3-9F5C-CC05BC0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BBE38-5047-47EF-B8FB-26A4059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explains how well the mirror meets the design brief, how accurate the construction is, what problems were solved and what would be improved next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861B7-6D7C-4FA9-A7D9-12B38636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8325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D4122-EB7A-4C05-B72B-A59B96F8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C3637-FD0B-459E-9101-29E8245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1CA38-52D0-45A7-828B-3E5D938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E5E43-5059-4C95-A91E-5A02ADFA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Evaluate What Can Be Seen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CB43-F0FD-442B-8907-A3A4078C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4F55B-91E8-4831-8142-E45B4DE1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B014C-1BE2-4A07-A67E-536D7129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Evaluation turns the project into evidence of learning.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F2393-8B94-4662-AC65-6260EAB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93682-F41E-484E-B6B9-47B1F27C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A115C-471A-4A97-AE7C-56876A0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shows what you noticed, fixed and would improve next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78A9D-3020-4DD8-B3BC-7B436BA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13907-7161-4C74-9E59-759456B4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6771E-7B9A-4B71-B973-F30DB830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Use photos and short captions as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68F8E-AFDE-4527-A261-45352FC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76498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0C3B8-5C3D-4BB1-AF9F-274C1B4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2BD13-ADA5-4D14-AECF-1EF9B32D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910AB-C91F-415D-8BFE-9F47952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AFDE-8E7E-4899-AF58-1C93C649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C6597-B172-49B4-9404-AE5AE4E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8D20-576D-4AB8-8173-CCC2C92D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Evaluation Prompts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6545B-5ABB-4C83-B73B-DB4762A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2EE4-CD5B-49DA-A78B-F97FA58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Strong Portfolio Thinking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FAA88-7C08-45A7-8388-31C1CB9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4E708-7FFD-423B-AA16-E113189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Evaluate What Can Be Seen</a:t>
            </a:r>
          </a:p>
        </p:txBody>
      </p:sp>
    </p:spTree>
    <p:extLst>
      <p:ext uri="{BB962C8B-B14F-4D97-AF65-F5344CB8AC3E}">
        <p14:creationId xmlns:p14="http://schemas.microsoft.com/office/powerpoint/2010/main" val="85802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A5885-D9D3-4A57-97E2-A359D901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9E1E6-1F32-4A0C-8494-545CE622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B55F-C4C6-4972-9D1D-473589E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89401-7D43-42A3-8464-1009B9BD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BDBCA-AF1D-409E-B41A-15CDCC16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AA959-C094-4BC1-A9E2-1B05424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E0399-83EB-48F0-A8A3-E02B6982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DC179-1AC8-4EAF-A512-12D77AF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83CDC-8B59-4A3B-9EE3-ADD038EB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E8AC-28EA-4FB2-8CA6-B95DB047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59995-4FF6-4A68-9D47-83A6F72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FB2B2-640B-454B-B0B1-602DADF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F50A7-9E50-4D6F-A4E4-C0EFF57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BF14A-4E67-43F6-A1B7-D72A8AA5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FC669-40E8-459D-9FFC-7D4BEAB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396676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1E2FF-6B49-4CDF-887B-3E9A4AF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7AF9A-1A1B-4230-9408-C2C1FB1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2C446-C46A-4805-BE5D-00D62873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module–09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9DAC1-4796-4E2E-B538-9A2BA4D2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98ECB-7041-484E-BF07-10C29BD5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EDD8-C1E4-417F-B92D-7DA15BB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01501-4D4D-40D4-B98E-382F0C9D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Evaluation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3D8A6-02ED-4173-BF40-8BEF6CC2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20EC0-C035-4CC4-BCC9-4A0E7D6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85074-79BB-4EDF-9210-DD0F696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C058D-57A3-4F82-8CF0-B8228FF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42B0F-6DEC-4BB0-81E7-50D36E1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31792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2026-08-16T02:12:52.7350000Z</dcterms:created>
  <dcterms:modified xsi:type="dcterms:W3CDTF">2026-08-16T02:12:52.7350000Z</dcterms:modified>
</coreProperties>
</file>