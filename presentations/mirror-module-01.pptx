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5c7842223a4332" /><Relationship Type="http://schemas.openxmlformats.org/officeDocument/2006/relationships/extended-properties" Target="/docProps/app.xml" Id="R539527178cff401d" /><Relationship Type="http://schemas.openxmlformats.org/officeDocument/2006/relationships/officeDocument" Target="/ppt/presentation.xml" Id="Rf4cf4adfdc2a43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ef0a6a39694e6e"/>
  </p:sldMasterIdLst>
  <p:notesMasterIdLst>
    <p:notesMasterId xmlns:r="http://schemas.openxmlformats.org/officeDocument/2006/relationships" r:id="R96684332f1df4bfd"/>
  </p:notesMasterIdLst>
  <p:sldIdLst>
    <p:sldId xmlns:r="http://schemas.openxmlformats.org/officeDocument/2006/relationships" id="256" r:id="R16c59c79ab4344a6"/>
    <p:sldId xmlns:r="http://schemas.openxmlformats.org/officeDocument/2006/relationships" id="257" r:id="R910ed2c2a2014ec2"/>
    <p:sldId xmlns:r="http://schemas.openxmlformats.org/officeDocument/2006/relationships" id="258" r:id="R5b94ab44cf014638"/>
    <p:sldId xmlns:r="http://schemas.openxmlformats.org/officeDocument/2006/relationships" id="259" r:id="R1dc57bf9f62c40d0"/>
    <p:sldId xmlns:r="http://schemas.openxmlformats.org/officeDocument/2006/relationships" id="260" r:id="R89ae9de0ec2542f8"/>
    <p:sldId xmlns:r="http://schemas.openxmlformats.org/officeDocument/2006/relationships" id="261" r:id="Rbc0942601b5c43e5"/>
    <p:sldId xmlns:r="http://schemas.openxmlformats.org/officeDocument/2006/relationships" id="262" r:id="R560f0d38f57e4f16"/>
    <p:sldId xmlns:r="http://schemas.openxmlformats.org/officeDocument/2006/relationships" id="263" r:id="Rd3653549943b40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a7094c16144e7f" /><Relationship Type="http://schemas.openxmlformats.org/officeDocument/2006/relationships/slideMaster" Target="/ppt/slideMasters/slideMaster1.xml" Id="Rdfef0a6a39694e6e" /><Relationship Type="http://schemas.openxmlformats.org/officeDocument/2006/relationships/notesMaster" Target="/ppt/notesMasters/notesMaster1.xml" Id="R96684332f1df4bfd" /><Relationship Type="http://schemas.openxmlformats.org/officeDocument/2006/relationships/presProps" Target="/ppt/presProps.xml" Id="R567217b661954bfb" /><Relationship Type="http://schemas.openxmlformats.org/officeDocument/2006/relationships/tableStyles" Target="/ppt/tableStyles.xml" Id="Rff17bbfb7cd04c03" /><Relationship Type="http://schemas.openxmlformats.org/officeDocument/2006/relationships/slide" Target="/ppt/slides/slide1.xml" Id="R16c59c79ab4344a6" /><Relationship Type="http://schemas.openxmlformats.org/officeDocument/2006/relationships/slide" Target="/ppt/slides/slide2.xml" Id="R910ed2c2a2014ec2" /><Relationship Type="http://schemas.openxmlformats.org/officeDocument/2006/relationships/slide" Target="/ppt/slides/slide3.xml" Id="R5b94ab44cf014638" /><Relationship Type="http://schemas.openxmlformats.org/officeDocument/2006/relationships/slide" Target="/ppt/slides/slide4.xml" Id="R1dc57bf9f62c40d0" /><Relationship Type="http://schemas.openxmlformats.org/officeDocument/2006/relationships/slide" Target="/ppt/slides/slide5.xml" Id="R89ae9de0ec2542f8" /><Relationship Type="http://schemas.openxmlformats.org/officeDocument/2006/relationships/slide" Target="/ppt/slides/slide6.xml" Id="Rbc0942601b5c43e5" /><Relationship Type="http://schemas.openxmlformats.org/officeDocument/2006/relationships/slide" Target="/ppt/slides/slide7.xml" Id="R560f0d38f57e4f16" /><Relationship Type="http://schemas.openxmlformats.org/officeDocument/2006/relationships/slide" Target="/ppt/slides/slide8.xml" Id="Rd3653549943b40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dc39c81e5347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265b36434740a4" /><Relationship Type="http://schemas.openxmlformats.org/officeDocument/2006/relationships/notesMaster" Target="/ppt/notesMasters/notesMaster1.xml" Id="Rf287e44fff0240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ca7019ad384510" /><Relationship Type="http://schemas.openxmlformats.org/officeDocument/2006/relationships/notesMaster" Target="/ppt/notesMasters/notesMaster1.xml" Id="Raa29fe1321e5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43313e6574b89" /><Relationship Type="http://schemas.openxmlformats.org/officeDocument/2006/relationships/notesMaster" Target="/ppt/notesMasters/notesMaster1.xml" Id="Re095bc5b0e51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df2839fd114e93" /><Relationship Type="http://schemas.openxmlformats.org/officeDocument/2006/relationships/notesMaster" Target="/ppt/notesMasters/notesMaster1.xml" Id="Rd6429b2dc95f42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386d0eb3d412b" /><Relationship Type="http://schemas.openxmlformats.org/officeDocument/2006/relationships/notesMaster" Target="/ppt/notesMasters/notesMaster1.xml" Id="Rfe9a1b9961ac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7091dc3a1b4027" /><Relationship Type="http://schemas.openxmlformats.org/officeDocument/2006/relationships/notesMaster" Target="/ppt/notesMasters/notesMaster1.xml" Id="Ra4c9418927fd45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769afaca44746" /><Relationship Type="http://schemas.openxmlformats.org/officeDocument/2006/relationships/notesMaster" Target="/ppt/notesMasters/notesMaster1.xml" Id="Re21637525ee4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e346aa23224dc0" /><Relationship Type="http://schemas.openxmlformats.org/officeDocument/2006/relationships/notesMaster" Target="/ppt/notesMasters/notesMaster1.xml" Id="R4cc398a23625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Learning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Use written dimensions.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Teacher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mirror_theory_safety.html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fb5a8f9f1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eb69ea618e4c8e" /><Relationship Type="http://schemas.openxmlformats.org/officeDocument/2006/relationships/slideLayout" Target="/ppt/slideLayouts/slideLayout1.xml" Id="R6ea204cb0e34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204cb0e34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d8157835d4007" /><Relationship Type="http://schemas.openxmlformats.org/officeDocument/2006/relationships/image" Target="/ppt/media/image.png" Id="Rb8bb6e4728d1461e" /><Relationship Type="http://schemas.openxmlformats.org/officeDocument/2006/relationships/notesSlide" Target="/ppt/notesSlides/notesSlide1.xml" Id="R042d1307427c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5339b1e13417d" /><Relationship Type="http://schemas.openxmlformats.org/officeDocument/2006/relationships/notesSlide" Target="/ppt/notesSlides/notesSlide2.xml" Id="Rc3b0ca346b274a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b38072fda4d8e" /><Relationship Type="http://schemas.openxmlformats.org/officeDocument/2006/relationships/notesSlide" Target="/ppt/notesSlides/notesSlide3.xml" Id="R47431ecf5466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8fc6ab3694466" /><Relationship Type="http://schemas.openxmlformats.org/officeDocument/2006/relationships/notesSlide" Target="/ppt/notesSlides/notesSlide4.xml" Id="R783af32acd9247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68381a2ed4e59" /><Relationship Type="http://schemas.openxmlformats.org/officeDocument/2006/relationships/notesSlide" Target="/ppt/notesSlides/notesSlide5.xml" Id="R99bbc6483eb74d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697b84011424a" /><Relationship Type="http://schemas.openxmlformats.org/officeDocument/2006/relationships/notesSlide" Target="/ppt/notesSlides/notesSlide6.xml" Id="R692b2582b5254c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6c8637c1043c1" /><Relationship Type="http://schemas.openxmlformats.org/officeDocument/2006/relationships/notesSlide" Target="/ppt/notesSlides/notesSlide7.xml" Id="R462d9207a6a5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594e012ee4c5e" /><Relationship Type="http://schemas.openxmlformats.org/officeDocument/2006/relationships/notesSlide" Target="/ppt/notesSlides/notesSlide8.xml" Id="R35d9a2ba81024d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0875D-88EB-40E6-B990-BB956927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F892C-6E27-42A2-8087-5871E7EF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31F9C-F928-475D-A7BE-2A9EAAD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55BF1-5018-48D3-B009-4D66C186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Read the drawing, plan the materials and sequence, then make safe decisions before cutting timber.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9DF3D-82B4-4AAB-A29B-8C222D86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module–01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4C327-C770-4F46-B648-8CA737C4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02A14-BCA8-41FE-AEA4-CD1994D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A98EF-7248-49EC-9872-2571D5B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b6e4728d1461e"/>
          <a:stretch xmlns:a="http://schemas.openxmlformats.org/drawingml/2006/main"/>
        </p:blipFill>
        <p:spPr>
          <a:xfrm xmlns:a="http://schemas.openxmlformats.org/drawingml/2006/main">
            <a:off x="7658100" y="1978819"/>
            <a:ext cx="3714750" cy="2786063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08652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7A9F8-3DDE-4418-8A7B-6F4638EF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3CDC5-ED28-4C2E-94B0-203F785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924F2-E8D4-480F-B97F-C298EA3C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3FB50-F504-4CB4-9C54-4BD1FDAB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9BEC7-27A0-4723-9245-5443B7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C8CD5-E3A1-4006-8C0B-8CA74BB8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66A0B-FD00-4F54-A581-6CE5342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DC3BE-4003-44D8-92A6-798B130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Learning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DE863-1E65-4E60-852A-7A6192C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DF594-4B26-4A8F-8596-1CE6E4E4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C8D62-3B96-4364-9688-430F64C7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Use written dimensions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040BE-EDC8-4B61-8293-97024D2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141CF-D1CE-4233-BC5B-4CAF0FA7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7F46A-E5D5-459D-9FE3-F4E899FC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Teacher check</a:t>
            </a:r>
          </a:p>
        </p:txBody>
      </p:sp>
    </p:spTree>
    <p:extLst>
      <p:ext uri="{BB962C8B-B14F-4D97-AF65-F5344CB8AC3E}">
        <p14:creationId xmlns:p14="http://schemas.microsoft.com/office/powerpoint/2010/main" val="183099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4EC72-073F-4224-AFDE-295FD14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85EE7-DA41-4F62-AA04-71E9B40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6886F-404C-4F56-8B80-B8CA3AF7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9EDB3-0E3D-4CB2-9F79-DB3F6954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Learning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AFE3F-6499-495A-96A7-72D8A2A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421F7-3AF9-4A31-91EC-3E72EFA6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6B115-CB14-4E43-AEA1-246358E7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Before making the timber mirror, use the drawing to identify the requirements, plan the materials and choose a safe, accurate construction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AA667-A991-4742-843C-2538F28E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9A8CB-3774-42C2-94E8-77942357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01F7E-F4B6-46E7-920E-1D41B57F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project drawing controls the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B94EE-998C-41D6-9CA2-6679AA1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1AE00-2019-41D3-9EED-0F1DBC0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6C4A0-95DD-4CE3-8F62-F651883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By the end of this section, you should be able to read the plan, identify the parts and materials needed, prepare a cutting list, and explain how planning improves…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D52C4-99BA-4776-A90E-A0C09177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07499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876CD-F17D-457B-8FE1-9B871622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62567-7CA0-488C-8DE1-C305BB52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64CF3-A627-459E-A8F3-4B7DB4C3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58FF1-5869-4381-B31F-6B30C29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Use written dimensions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A97C4-D612-474D-A008-590F60F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134FD-82A2-44C6-9451-250C147C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0AB6E-8CE5-4E05-9480-20908462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By the end of this section, you should be able to read the plan, identify the parts and materials needed, prepare a cutting list, and explain how planning improves…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DB79C-708B-4504-B59B-854862E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63B9B-E99D-4F82-913A-4A758740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ED6C5-8A30-49C4-8792-44A2A02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Use the measurements and notes printed on the supplied drawing.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4EFC3-806B-48F8-8DFD-1B5E660D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9ECF7-23D5-46DB-B79D-E3D8AEBD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9247A-91D4-44D9-BB63-65ECB31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Do not measure a plan from a screen or printout because it may not be displayed at full scale.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E3E5F-5E7D-475B-88FA-BAFD7D8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02757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B4848-6B2D-4DBD-AA93-D555431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1BD1-8967-4131-BAFF-FF816879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792E7-779E-4509-81D5-BDB69A2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3F8AA-8FBB-4256-9F62-5BBAAAB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Teacher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10378-C868-4057-ACA0-FA1ECE7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A08FD-8331-4717-8F5F-71A7779F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083A3-666D-4CF2-AE7A-6851CC81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Confirm cutting sizes, joints and machining details with your teacher before cutting timber.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17AEA-6C68-4972-9995-0898F36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C7476-A8C3-48C4-A148-A730350A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81E68-872D-4997-B412-AE05FA0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small planning error is much easier to correct than a wrong cut.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6C8FB-4E30-4E7C-BF5C-65F12FE9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CBD54-E945-495C-82D0-26D797E4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1FDA3-6B68-43BF-9824-EF9C2E90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drawing tells you the overall frame size, mirror opening, rebate details, component shapes and construction notes.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8FC88-3BD5-420E-A2B1-567F3564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83050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5BB9E-B23D-403B-AEF5-1FC89C69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B68FF-FBAC-4A2C-8EBF-A6D77A35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3309F-4C31-405C-941D-7583B83A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FBD0A-D5A1-4D23-B053-85136D5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C2371-0C38-4DE9-A1D9-2DA675F4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0EC42-AADF-4AC6-BEA1-B813F94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Learning 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924A4-9971-4047-B7E2-C5D9782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1FE76-5248-4B18-9AD3-C8F4ADB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Use written dimensions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19C82-0FA7-4D1E-AC17-97E14A5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DA1E6-5556-43F2-A877-E051C9E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Teacher check</a:t>
            </a:r>
          </a:p>
        </p:txBody>
      </p:sp>
    </p:spTree>
    <p:extLst>
      <p:ext uri="{BB962C8B-B14F-4D97-AF65-F5344CB8AC3E}">
        <p14:creationId xmlns:p14="http://schemas.microsoft.com/office/powerpoint/2010/main" val="85901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9978E-B089-4CE1-8672-88BF9000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E003-9957-4795-BC18-16D74AD5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747DF-7F5C-440F-9B10-D529CD48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B6AC8-68C8-4F96-95BF-E66957CB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58827-68CF-4F93-9B85-BBEB3875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35EF3-8B99-4A65-AC93-F0833B27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9487C-9F30-4649-9216-704C408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EF8CE-F74C-4FC2-BD4B-E6AEA561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02BA1-9E5A-4FC9-A442-09139852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1CAAA-61B0-4643-8DE8-7ECC875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62E95-53A4-44C0-8DF5-79DC608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3C6DE-6BE9-4226-A1FC-968732BE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4BDB2-23DB-4849-85A8-C29FC44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BE8F6-6514-43A2-BB4C-E797B53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4CE6D-1661-4307-9C5F-0523F51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650505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FFE14-E391-4B32-8AA5-47DB8FE7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4AAA6-6ED6-4B73-99F1-4B4108A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5DAF7-0436-4B46-ABBC-F31041E8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module–01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0AF27-5F74-457B-ADA8-DF683B2D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A6390-53F1-4855-A316-1D6B8837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1B134-690C-454B-8821-030D0F5A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F5864-8864-4226-85B4-3E7C126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Learning 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75646-3A32-4823-A8CA-B17022F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E49CB-BC71-406A-A856-E4B2554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48778-9302-4FE8-A68D-48CE544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FAE42-2048-423B-B025-C0D3FD77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5D02E-28E0-48BF-9929-1A621846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142980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2026-08-16T02:12:48.0800000Z</dcterms:created>
  <dcterms:modified xsi:type="dcterms:W3CDTF">2026-08-16T02:12:48.0800000Z</dcterms:modified>
</coreProperties>
</file>