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4cacb766964ecd" /><Relationship Type="http://schemas.openxmlformats.org/officeDocument/2006/relationships/extended-properties" Target="/docProps/app.xml" Id="Rb809a48003734b50" /><Relationship Type="http://schemas.openxmlformats.org/officeDocument/2006/relationships/officeDocument" Target="/ppt/presentation.xml" Id="R5dae18b4234346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8ced80523243f3"/>
  </p:sldMasterIdLst>
  <p:notesMasterIdLst>
    <p:notesMasterId xmlns:r="http://schemas.openxmlformats.org/officeDocument/2006/relationships" r:id="R8d22aefaf7ae455f"/>
  </p:notesMasterIdLst>
  <p:sldIdLst>
    <p:sldId xmlns:r="http://schemas.openxmlformats.org/officeDocument/2006/relationships" id="256" r:id="Rcc2b05c18d794c67"/>
    <p:sldId xmlns:r="http://schemas.openxmlformats.org/officeDocument/2006/relationships" id="257" r:id="R3a0c096eba824bff"/>
    <p:sldId xmlns:r="http://schemas.openxmlformats.org/officeDocument/2006/relationships" id="258" r:id="R96890ab8eb9d460c"/>
    <p:sldId xmlns:r="http://schemas.openxmlformats.org/officeDocument/2006/relationships" id="259" r:id="R306b13d252ab4eac"/>
    <p:sldId xmlns:r="http://schemas.openxmlformats.org/officeDocument/2006/relationships" id="260" r:id="Re191ade9bb74430e"/>
    <p:sldId xmlns:r="http://schemas.openxmlformats.org/officeDocument/2006/relationships" id="261" r:id="R7670966fca91471b"/>
    <p:sldId xmlns:r="http://schemas.openxmlformats.org/officeDocument/2006/relationships" id="262" r:id="R1929a96756f84058"/>
    <p:sldId xmlns:r="http://schemas.openxmlformats.org/officeDocument/2006/relationships" id="263" r:id="R47694b77231944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c21bdebe9a49f0" /><Relationship Type="http://schemas.openxmlformats.org/officeDocument/2006/relationships/slideMaster" Target="/ppt/slideMasters/slideMaster1.xml" Id="Ra38ced80523243f3" /><Relationship Type="http://schemas.openxmlformats.org/officeDocument/2006/relationships/notesMaster" Target="/ppt/notesMasters/notesMaster1.xml" Id="R8d22aefaf7ae455f" /><Relationship Type="http://schemas.openxmlformats.org/officeDocument/2006/relationships/presProps" Target="/ppt/presProps.xml" Id="R48fb8426f3be45d0" /><Relationship Type="http://schemas.openxmlformats.org/officeDocument/2006/relationships/tableStyles" Target="/ppt/tableStyles.xml" Id="R542a0028e14140d7" /><Relationship Type="http://schemas.openxmlformats.org/officeDocument/2006/relationships/slide" Target="/ppt/slides/slide1.xml" Id="Rcc2b05c18d794c67" /><Relationship Type="http://schemas.openxmlformats.org/officeDocument/2006/relationships/slide" Target="/ppt/slides/slide2.xml" Id="R3a0c096eba824bff" /><Relationship Type="http://schemas.openxmlformats.org/officeDocument/2006/relationships/slide" Target="/ppt/slides/slide3.xml" Id="R96890ab8eb9d460c" /><Relationship Type="http://schemas.openxmlformats.org/officeDocument/2006/relationships/slide" Target="/ppt/slides/slide4.xml" Id="R306b13d252ab4eac" /><Relationship Type="http://schemas.openxmlformats.org/officeDocument/2006/relationships/slide" Target="/ppt/slides/slide5.xml" Id="Re191ade9bb74430e" /><Relationship Type="http://schemas.openxmlformats.org/officeDocument/2006/relationships/slide" Target="/ppt/slides/slide6.xml" Id="R7670966fca91471b" /><Relationship Type="http://schemas.openxmlformats.org/officeDocument/2006/relationships/slide" Target="/ppt/slides/slide7.xml" Id="R1929a96756f84058" /><Relationship Type="http://schemas.openxmlformats.org/officeDocument/2006/relationships/slide" Target="/ppt/slides/slide8.xml" Id="R47694b77231944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9736da53d74e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697dd931ff434f" /><Relationship Type="http://schemas.openxmlformats.org/officeDocument/2006/relationships/notesMaster" Target="/ppt/notesMasters/notesMaster1.xml" Id="R207501f5b2c144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44102f82724049" /><Relationship Type="http://schemas.openxmlformats.org/officeDocument/2006/relationships/notesMaster" Target="/ppt/notesMasters/notesMaster1.xml" Id="R2d409181a9b04c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5c2677a6e34618" /><Relationship Type="http://schemas.openxmlformats.org/officeDocument/2006/relationships/notesMaster" Target="/ppt/notesMasters/notesMaster1.xml" Id="R6cfa05b8cc834e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d13d44fdaa417a" /><Relationship Type="http://schemas.openxmlformats.org/officeDocument/2006/relationships/notesMaster" Target="/ppt/notesMasters/notesMaster1.xml" Id="R48ebc9019d1a4c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55e49792184f6e" /><Relationship Type="http://schemas.openxmlformats.org/officeDocument/2006/relationships/notesMaster" Target="/ppt/notesMasters/notesMaster1.xml" Id="Ra6b9ed09dbd340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e3878142af4df6" /><Relationship Type="http://schemas.openxmlformats.org/officeDocument/2006/relationships/notesMaster" Target="/ppt/notesMasters/notesMaster1.xml" Id="Rb11ac49d65af49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af1d3b22534503" /><Relationship Type="http://schemas.openxmlformats.org/officeDocument/2006/relationships/notesMaster" Target="/ppt/notesMasters/notesMaster1.xml" Id="R9ae761a8a31c4f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ac2e6f18154d86" /><Relationship Type="http://schemas.openxmlformats.org/officeDocument/2006/relationships/notesMaster" Target="/ppt/notesMasters/notesMaster1.xml" Id="R3ac2d71336284a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mirror_theory_fitting.html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mirror_theory_fitting.html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Safe Fitting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mirror_theory_fitting.html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Fitting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mirror_theory_fitting.html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Prepare the fitting area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mirror_theory_fitting.html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mirror_theory_fitting.html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mirror_theory_fitting.html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mirror_theory_fitting.html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3a8e1e17447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85b0dc869a419e" /><Relationship Type="http://schemas.openxmlformats.org/officeDocument/2006/relationships/slideLayout" Target="/ppt/slideLayouts/slideLayout1.xml" Id="Rcd5d006c869047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5d006c869047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0572b6c2c4278" /><Relationship Type="http://schemas.openxmlformats.org/officeDocument/2006/relationships/image" Target="/ppt/media/image.png" Id="Rf194ff4dbfa94e8e" /><Relationship Type="http://schemas.openxmlformats.org/officeDocument/2006/relationships/notesSlide" Target="/ppt/notesSlides/notesSlide1.xml" Id="Rba2fdf4032c24c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e783d82054031" /><Relationship Type="http://schemas.openxmlformats.org/officeDocument/2006/relationships/notesSlide" Target="/ppt/notesSlides/notesSlide2.xml" Id="R17fc619520894c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d24399f8f4558" /><Relationship Type="http://schemas.openxmlformats.org/officeDocument/2006/relationships/notesSlide" Target="/ppt/notesSlides/notesSlide3.xml" Id="Rbc35c324979241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8afc2ce5e46cc" /><Relationship Type="http://schemas.openxmlformats.org/officeDocument/2006/relationships/notesSlide" Target="/ppt/notesSlides/notesSlide4.xml" Id="R07baa26310334b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83b9651024af8" /><Relationship Type="http://schemas.openxmlformats.org/officeDocument/2006/relationships/notesSlide" Target="/ppt/notesSlides/notesSlide5.xml" Id="R417277539be248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60db2003e4c07" /><Relationship Type="http://schemas.openxmlformats.org/officeDocument/2006/relationships/notesSlide" Target="/ppt/notesSlides/notesSlide6.xml" Id="Rb1bd094213e946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48347ea5d4dac" /><Relationship Type="http://schemas.openxmlformats.org/officeDocument/2006/relationships/notesSlide" Target="/ppt/notesSlides/notesSlide7.xml" Id="R73e062c11df446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700865a2f4937" /><Relationship Type="http://schemas.openxmlformats.org/officeDocument/2006/relationships/notesSlide" Target="/ppt/notesSlides/notesSlide8.xml" Id="R547a6d74739a47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FF65B-69AE-41FE-BE93-07CC47D6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0DDBE-2571-4D9A-AEEF-5D0924DC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CE552-06B6-4CA3-8682-8CADA111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module–08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70665-E518-4EA7-A1B9-4865CF7F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43B37"/>
                </a:solidFill>
              </a:defRPr>
            </a:pPr>
            <a:r>
              <a:rPr sz="4050" b="1">
                <a:solidFill>
                  <a:srgbClr val="143B37"/>
                </a:solidFill>
              </a:rPr>
              <a:t>Safe fitting, rebates, backing, hanging and final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92ECF-91A0-496A-AE48-A12E9395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module–08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E711A-532D-4198-9E80-ACDF90BA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8C84F-AEF3-469E-AAC8-61FD7438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C7C12-BE59-45F4-8D79-97ABA124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CAE6E1"/>
          </a:solidFill>
          <a:ln xmlns:a="http://schemas.openxmlformats.org/drawingml/2006/main" w="0">
            <a:solidFill>
              <a:srgbClr val="CAE6E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4ff4dbfa94e8e"/>
          <a:stretch xmlns:a="http://schemas.openxmlformats.org/drawingml/2006/main"/>
        </p:blipFill>
        <p:spPr>
          <a:xfrm xmlns:a="http://schemas.openxmlformats.org/drawingml/2006/main">
            <a:off x="7658100" y="2133600"/>
            <a:ext cx="3714750" cy="247650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6178872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287BF-A97F-4D95-A39D-DB7F6806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C87CE-B601-42EF-BEC2-C5615E99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C305C-BC63-43DE-83D4-BB74325D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module–08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51931-DEBF-44DF-AA84-C6E04BEA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D43AD-EF4E-4542-937F-4B5C423E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E2684-172D-4CA1-ACF3-5844C001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03B88-F0B1-4537-BC2B-26ADD4BC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91877-2D5F-4DCF-ABF3-F6010C3D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Safe Fitting Points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BFE74-3110-4F08-BD16-185F12C7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27E25-56B3-4BA6-8CCB-6779EC22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61335-74C5-4045-A1DB-5A97B4C9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Fitting 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5FF35-B546-490A-803C-D9C9A17E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4DA9D-9ED8-4682-A2A5-2CB2AFDF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EC11B-47EF-4724-9C44-1CBBDB24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Prepare the fitting area first</a:t>
            </a:r>
          </a:p>
        </p:txBody>
      </p:sp>
    </p:spTree>
    <p:extLst>
      <p:ext uri="{BB962C8B-B14F-4D97-AF65-F5344CB8AC3E}">
        <p14:creationId xmlns:p14="http://schemas.microsoft.com/office/powerpoint/2010/main" val="12543187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25D1D-9DAD-4130-9651-0B596051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303F9-6FC6-4712-96FA-17C885D8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D075F-7058-4C9B-AB90-24ACC45B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module–08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02EBA-1EF9-4B84-BE3D-6208D426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Safe Fitting Points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C0240-51D8-4691-912C-ED7C92F0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53992-11D9-47BA-8E1D-128B0B5B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6026E-B556-4FB4-BF20-4B2436F2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Safe fitting, rebates, backing, hanging and final checks.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AB9E0-95D8-4F40-8E61-2124C30E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AD730-D32E-4442-8A23-842C11EA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4A9EB-D851-4BCC-B0DC-3EAD4A61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The mirror needs to be fitted safely and held securely without damaging the frame or glass.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2F154-7C10-44F3-96E8-ECF98DC7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636BA-3787-4E80-8C11-673938A1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D4349-DE90-40C8-9F0D-E72E1294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Glass and mirror fitting require support, protection and supervision.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254C4-A74D-4310-9E78-9B864560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4045201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169FD-2C9A-4969-A9E7-3FF46AFB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B8F27-86C1-47D1-B2BC-627D94B4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F6974-9696-4768-9EBA-891AB2BC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module–08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26500-6074-4F38-9F0E-5903E823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Fitting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5F37C-502B-4759-BAFB-62EBF81A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7E233-5812-47A3-9EC5-CC5163DD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EC98A-93D7-4BFE-950E-23121662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Glass and mirror fitting require support, protection and supervision.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A6A14-49A2-407F-9B2C-5A3652A8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8968C-74A3-4CF5-A100-33E0076E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852EC-F2DA-4FC8-9F39-C08A5C21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The frame may use a rebate to support the mirror.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6FA8E-FDB3-4C11-A833-2E60736B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500FC-B3B8-42FA-956D-0412CA73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C9DCA-CD29-4289-A003-A6CCD044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A backing board, clips, points or beading can hold the mirror in place depending on the design and teacher instructions.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AB255-87F1-4F29-BA42-87CEEA53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6377725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D328B-B653-4D23-B0BA-222D8267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9A9EF-B418-4C27-8A3C-16DCDC50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CF959-3424-4F5B-B244-F5F623AA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module–08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D8675-8285-486A-823F-D1A9F613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Prepare the fitting area first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E93C6-9634-4CA4-8532-88520373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9B59D-CE5E-4A5F-A8DC-17CE36DD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BC35D-1D2A-402B-9E69-C77FF460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The mirror must be held securely without pressure points that could chip the glass or loosen over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3695D-5882-4C3E-9AAB-4EAD6DFD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24499-2A7C-43CD-B6A6-C5A9DB5F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90817-B64A-4205-9A5E-5C008DA4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Mirror fitting happens after the frame has been assembled, finished and checked.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FBDE0-0763-4849-A1DE-81074389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1B4D0-A0BC-4B47-99AB-57C13B09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AE52C-9567-4D89-8DC6-816220BA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3B37"/>
                </a:solidFill>
              </a:defRPr>
            </a:pPr>
            <a:r>
              <a:rPr sz="1650">
                <a:solidFill>
                  <a:srgbClr val="143B37"/>
                </a:solidFill>
              </a:rPr>
              <a:t>The frame should not be forced around the mirror.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18C21-0A6B-4160-AA69-23746BC5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7315945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3F90A-30EF-497F-8913-2E358ACC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6C35E-749E-4ECE-9F2D-EEF9FB7F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F2A98-348C-4AEB-85B7-1AC3D11E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module–08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2FA27-F686-4A94-84A4-0B1DCBC2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2BF21-F9CC-4B9A-A066-6C3AF7A2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79951-ADEE-44F8-8C57-936B86D5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Safe Fitting 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B14E7-F678-4389-9613-FF66C41D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B6B3E-2870-4069-AF45-4217E086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Fitting 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020F5-16CB-41D2-8AC7-217E8F60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D74"/>
                </a:solidFill>
              </a:defRPr>
            </a:pPr>
            <a:r>
              <a:rPr sz="1575" b="1">
                <a:solidFill>
                  <a:srgbClr val="2E7D74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D5CD2-4281-4C7F-8EDC-A192F465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B37"/>
                </a:solidFill>
              </a:defRPr>
            </a:pPr>
            <a:r>
              <a:rPr sz="1875" b="1">
                <a:solidFill>
                  <a:srgbClr val="143B37"/>
                </a:solidFill>
              </a:rPr>
              <a:t>Prepare the fitting area first</a:t>
            </a:r>
          </a:p>
        </p:txBody>
      </p:sp>
    </p:spTree>
    <p:extLst>
      <p:ext uri="{BB962C8B-B14F-4D97-AF65-F5344CB8AC3E}">
        <p14:creationId xmlns:p14="http://schemas.microsoft.com/office/powerpoint/2010/main" val="5045345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2D3BC7-5F76-4E76-A1DD-70A95084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48949-FDA5-4DAC-8CAE-A055893E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3E16D-536F-4467-81F2-D04A96CE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module–08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41338-30CF-4695-80F5-97EBF52C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3B37"/>
                </a:solidFill>
              </a:defRPr>
            </a:pPr>
            <a:r>
              <a:rPr sz="3600" b="1">
                <a:solidFill>
                  <a:srgbClr val="143B37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E7277-6B3F-4356-B8F8-B6141BC0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0FCC4-0821-412B-8B04-E134A88D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E183E-CDD1-4DD7-B8FE-AB0B47C4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E0784-1B99-44A4-9C32-576FDC89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86F02-3055-42FF-8400-988AC0BB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F42B1-A4F9-4797-B541-FE5457E8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73979-8D79-4CF8-A2BB-B607E494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FB3C1-1112-44EE-BABC-5977C052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3DA72-09FE-48F8-8000-C93E29B8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5C18F-5ED3-4174-B47D-2791F19F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7D74"/>
                </a:solidFill>
              </a:defRPr>
            </a:pPr>
            <a:r>
              <a:rPr sz="2100" b="1">
                <a:solidFill>
                  <a:srgbClr val="2E7D74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0C92F-2C2E-4024-9C75-6EC81624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43B37"/>
                </a:solidFill>
              </a:defRPr>
            </a:pPr>
            <a:r>
              <a:rPr sz="1725">
                <a:solidFill>
                  <a:srgbClr val="143B37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5713325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C5BB9-9AE1-460F-AB55-849368A3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4"/>
          </a:solidFill>
          <a:ln xmlns:a="http://schemas.openxmlformats.org/drawingml/2006/main" w="0">
            <a:solidFill>
              <a:srgbClr val="2E7D7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C23B3-C269-4654-A760-F7BAF54C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74"/>
                </a:solidFill>
              </a:defRPr>
            </a:pPr>
            <a:r>
              <a:rPr sz="1050" b="1">
                <a:solidFill>
                  <a:srgbClr val="2E7D74"/>
                </a:solidFill>
              </a:rPr>
              <a:t>MIRROR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9A80A-88C7-4D36-9165-D20BFBA0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module–08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12BFC-5EE5-4F41-BD2E-386B6BB3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43B37"/>
                </a:solidFill>
              </a:defRPr>
            </a:pPr>
            <a:r>
              <a:rPr sz="4500" b="1">
                <a:solidFill>
                  <a:srgbClr val="143B37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1574A-20CC-48A5-8F8C-8573A3A1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859EF-CE8F-4206-8ABB-AA859878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B3201-1FC4-4FF5-BAEC-3321CCD9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B37"/>
                </a:solidFill>
              </a:defRPr>
            </a:pPr>
            <a:r>
              <a:rPr sz="1650" b="1">
                <a:solidFill>
                  <a:srgbClr val="143B37"/>
                </a:solidFill>
              </a:rPr>
              <a:t>1. One idea I can now explain: Safe Fitting 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2C1AC-92CD-4154-8C25-D860EDA3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D9079-6A4C-472D-BB3D-56B46FC2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B37"/>
                </a:solidFill>
              </a:defRPr>
            </a:pPr>
            <a:r>
              <a:rPr sz="1650" b="0">
                <a:solidFill>
                  <a:srgbClr val="143B37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10B48-8BE8-45C0-ABF4-6F75FC00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E6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47949-930B-49EA-96B8-78978342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B37"/>
                </a:solidFill>
              </a:defRPr>
            </a:pPr>
            <a:r>
              <a:rPr sz="1650" b="0">
                <a:solidFill>
                  <a:srgbClr val="143B37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54CC2-6116-429D-A352-74B13C09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74"/>
                </a:solidFill>
              </a:defRPr>
            </a:pPr>
            <a:r>
              <a:rPr sz="1350" b="1">
                <a:solidFill>
                  <a:srgbClr val="2E7D74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2025992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2026-08-16T02:12:52.1470000Z</dcterms:created>
  <dcterms:modified xsi:type="dcterms:W3CDTF">2026-08-16T02:12:52.1470000Z</dcterms:modified>
</coreProperties>
</file>