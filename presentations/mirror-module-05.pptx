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9a5d5ff0dc4b00" /><Relationship Type="http://schemas.openxmlformats.org/officeDocument/2006/relationships/extended-properties" Target="/docProps/app.xml" Id="R566178d741774aee" /><Relationship Type="http://schemas.openxmlformats.org/officeDocument/2006/relationships/officeDocument" Target="/ppt/presentation.xml" Id="R344d3eaf271a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6cd5c65c1482a"/>
  </p:sldMasterIdLst>
  <p:notesMasterIdLst>
    <p:notesMasterId xmlns:r="http://schemas.openxmlformats.org/officeDocument/2006/relationships" r:id="R54deb213cdc4468f"/>
  </p:notesMasterIdLst>
  <p:sldIdLst>
    <p:sldId xmlns:r="http://schemas.openxmlformats.org/officeDocument/2006/relationships" id="256" r:id="Rf17b93214be64fdc"/>
    <p:sldId xmlns:r="http://schemas.openxmlformats.org/officeDocument/2006/relationships" id="257" r:id="R9026abbac9ba4812"/>
    <p:sldId xmlns:r="http://schemas.openxmlformats.org/officeDocument/2006/relationships" id="258" r:id="Rf007b0f9273f4a1c"/>
    <p:sldId xmlns:r="http://schemas.openxmlformats.org/officeDocument/2006/relationships" id="259" r:id="R8cb5476ab4a048f9"/>
    <p:sldId xmlns:r="http://schemas.openxmlformats.org/officeDocument/2006/relationships" id="260" r:id="R3a2df6d790954684"/>
    <p:sldId xmlns:r="http://schemas.openxmlformats.org/officeDocument/2006/relationships" id="261" r:id="Rf9394e6c2e484147"/>
    <p:sldId xmlns:r="http://schemas.openxmlformats.org/officeDocument/2006/relationships" id="262" r:id="Rc0c1cd69cbe94ea5"/>
    <p:sldId xmlns:r="http://schemas.openxmlformats.org/officeDocument/2006/relationships" id="263" r:id="R8b38eb46b32041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b35bcbbac47ed" /><Relationship Type="http://schemas.openxmlformats.org/officeDocument/2006/relationships/slideMaster" Target="/ppt/slideMasters/slideMaster1.xml" Id="R0e16cd5c65c1482a" /><Relationship Type="http://schemas.openxmlformats.org/officeDocument/2006/relationships/notesMaster" Target="/ppt/notesMasters/notesMaster1.xml" Id="R54deb213cdc4468f" /><Relationship Type="http://schemas.openxmlformats.org/officeDocument/2006/relationships/presProps" Target="/ppt/presProps.xml" Id="R7406ffe7f18c448e" /><Relationship Type="http://schemas.openxmlformats.org/officeDocument/2006/relationships/tableStyles" Target="/ppt/tableStyles.xml" Id="R19623d328b4f4eeb" /><Relationship Type="http://schemas.openxmlformats.org/officeDocument/2006/relationships/slide" Target="/ppt/slides/slide1.xml" Id="Rf17b93214be64fdc" /><Relationship Type="http://schemas.openxmlformats.org/officeDocument/2006/relationships/slide" Target="/ppt/slides/slide2.xml" Id="R9026abbac9ba4812" /><Relationship Type="http://schemas.openxmlformats.org/officeDocument/2006/relationships/slide" Target="/ppt/slides/slide3.xml" Id="Rf007b0f9273f4a1c" /><Relationship Type="http://schemas.openxmlformats.org/officeDocument/2006/relationships/slide" Target="/ppt/slides/slide4.xml" Id="R8cb5476ab4a048f9" /><Relationship Type="http://schemas.openxmlformats.org/officeDocument/2006/relationships/slide" Target="/ppt/slides/slide5.xml" Id="R3a2df6d790954684" /><Relationship Type="http://schemas.openxmlformats.org/officeDocument/2006/relationships/slide" Target="/ppt/slides/slide6.xml" Id="Rf9394e6c2e484147" /><Relationship Type="http://schemas.openxmlformats.org/officeDocument/2006/relationships/slide" Target="/ppt/slides/slide7.xml" Id="Rc0c1cd69cbe94ea5" /><Relationship Type="http://schemas.openxmlformats.org/officeDocument/2006/relationships/slide" Target="/ppt/slides/slide8.xml" Id="R8b38eb46b32041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1cd06832748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fd8946f1c404d" /><Relationship Type="http://schemas.openxmlformats.org/officeDocument/2006/relationships/notesMaster" Target="/ppt/notesMasters/notesMaster1.xml" Id="Rec36e6bc13ec41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8fe7c7f2945ec" /><Relationship Type="http://schemas.openxmlformats.org/officeDocument/2006/relationships/notesMaster" Target="/ppt/notesMasters/notesMaster1.xml" Id="R783a1b0a155d46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3b6123e7674d60" /><Relationship Type="http://schemas.openxmlformats.org/officeDocument/2006/relationships/notesMaster" Target="/ppt/notesMasters/notesMaster1.xml" Id="Rd59f13bffbe4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8b07fe9d94d78" /><Relationship Type="http://schemas.openxmlformats.org/officeDocument/2006/relationships/notesMaster" Target="/ppt/notesMasters/notesMaster1.xml" Id="Re2d836aa22a44d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e05eecb1241ca" /><Relationship Type="http://schemas.openxmlformats.org/officeDocument/2006/relationships/notesMaster" Target="/ppt/notesMasters/notesMaster1.xml" Id="Rf27db843d7c24b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d19b638d1741c5" /><Relationship Type="http://schemas.openxmlformats.org/officeDocument/2006/relationships/notesMaster" Target="/ppt/notesMasters/notesMaster1.xml" Id="R89687625012c48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7493bc68a454f" /><Relationship Type="http://schemas.openxmlformats.org/officeDocument/2006/relationships/notesMaster" Target="/ppt/notesMasters/notesMaster1.xml" Id="Rc4dad6e9f72949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a468f950424d1a" /><Relationship Type="http://schemas.openxmlformats.org/officeDocument/2006/relationships/notesMaster" Target="/ppt/notesMasters/notesMaster1.xml" Id="R3fbcbe66441e4c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Safe Routing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Router Choices In The Mirror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Plan the cut before the router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mirror_theory_routing.html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581b8f5b144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08f10c29547f0" /><Relationship Type="http://schemas.openxmlformats.org/officeDocument/2006/relationships/slideLayout" Target="/ppt/slideLayouts/slideLayout1.xml" Id="R0f2488c7e39045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488c7e39045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7c3e2266c42e3" /><Relationship Type="http://schemas.openxmlformats.org/officeDocument/2006/relationships/image" Target="/ppt/media/image.jpeg" Id="R3db13df6484b4d78" /><Relationship Type="http://schemas.openxmlformats.org/officeDocument/2006/relationships/notesSlide" Target="/ppt/notesSlides/notesSlide1.xml" Id="R8e450176b47a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593dd64ea431c" /><Relationship Type="http://schemas.openxmlformats.org/officeDocument/2006/relationships/notesSlide" Target="/ppt/notesSlides/notesSlide2.xml" Id="Rc5369f0429e4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e45f5b1fd4be1" /><Relationship Type="http://schemas.openxmlformats.org/officeDocument/2006/relationships/notesSlide" Target="/ppt/notesSlides/notesSlide3.xml" Id="R755e8338b8ea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27bb452394897" /><Relationship Type="http://schemas.openxmlformats.org/officeDocument/2006/relationships/notesSlide" Target="/ppt/notesSlides/notesSlide4.xml" Id="Radbcf1201b30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cf6d463c44095" /><Relationship Type="http://schemas.openxmlformats.org/officeDocument/2006/relationships/notesSlide" Target="/ppt/notesSlides/notesSlide5.xml" Id="Rfec21d45e72441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0832193024a95" /><Relationship Type="http://schemas.openxmlformats.org/officeDocument/2006/relationships/notesSlide" Target="/ppt/notesSlides/notesSlide6.xml" Id="R6684d3e73809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5d4448bd44bdf" /><Relationship Type="http://schemas.openxmlformats.org/officeDocument/2006/relationships/notesSlide" Target="/ppt/notesSlides/notesSlide7.xml" Id="R80e6b2020afe4d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32cc04f55499f" /><Relationship Type="http://schemas.openxmlformats.org/officeDocument/2006/relationships/notesSlide" Target="/ppt/notesSlides/notesSlide8.xml" Id="R7056f322b8ce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F72E7-C8DA-48FF-9750-C0007A40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A4010-87A6-42EC-A41C-BD3524B3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2BC10-5566-4CD8-B4DC-4BAF7A5A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01766-EBBB-49C1-AFA9-49C6EB93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Router safety, rebates, edge profiles and controlled test cuts.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B83F6-3F31-4A46-8FFA-147C37B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module–05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0945C-54B0-467D-B498-FF49E101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3ADB8-EBD5-4C2C-B678-53C1813E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CDB33-7392-455C-891F-1AF83BD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13df6484b4d78"/>
          <a:stretch xmlns:a="http://schemas.openxmlformats.org/drawingml/2006/main"/>
        </p:blipFill>
        <p:spPr>
          <a:xfrm xmlns:a="http://schemas.openxmlformats.org/drawingml/2006/main">
            <a:off x="7658100" y="1770665"/>
            <a:ext cx="3714750" cy="3202371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01316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A60EA-D7BF-4758-B48B-3A6634B7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8CE9-AA9E-4AA4-AF64-3C41234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4B09E-E3F0-4F3C-8A17-ACDC9709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2874-CD26-4337-96E6-E2CA8E83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0A042-46D4-4BC7-9E5D-DF8517B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F8E20-4C89-488B-BA23-75C6082B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13F17-2549-4C8F-A1D1-008BE77E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2175C-6BE1-4324-A675-49E1C7FD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Safe Routing Checklist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A4636-7CBB-437E-8C80-BAC9C411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10184-DE7A-4A28-8EBF-3F5E048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3E844-043B-4D63-BD31-C2F835E0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Router Choices In The Mirror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BEDC4-38A7-4729-AAB0-8E4FCC66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7C520-2BE0-4E70-877A-D2E7D6B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C2DBE-86A0-45AE-AE78-EE08535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Plan the cut before the router starts</a:t>
            </a:r>
          </a:p>
        </p:txBody>
      </p:sp>
    </p:spTree>
    <p:extLst>
      <p:ext uri="{BB962C8B-B14F-4D97-AF65-F5344CB8AC3E}">
        <p14:creationId xmlns:p14="http://schemas.microsoft.com/office/powerpoint/2010/main" val="356690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E715D-3B6A-4059-9582-398C4A8A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C37DE-47F7-4079-9617-E4C94BF7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206F1-6F7E-4F7A-8E9E-5A66984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C632A-463E-4F5A-A30C-88C2A7D0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Safe Routing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7E275-CC7C-4932-9C83-940458D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0830-3F5A-432F-9D20-D0279F2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A4F37-573F-4005-8422-5C4DC488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Router safety, rebates, edge profiles and controlled test cuts.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745D0-CB1E-4CCA-97A9-CC187FC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E8AF3-4645-4A97-ACE2-6C933EC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53D3-81E9-493D-8C7F-BB00F26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router can shape edges and cut rebates, but it must be used with care and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55F84-61EB-417F-AC5E-013BFC4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272C-C46F-4004-92AF-CABAE46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7514-6273-47DD-BDDE-02A0150B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router removes timber quickly, so control matters.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6740F-18F6-4F11-875D-C1B8E1F5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265046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1D858-5CF1-4748-828A-5075165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7ED88-2D19-41DD-8D86-FE238CD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7B756-E976-4EBC-B215-AAA2EE43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D3E76-31E0-47DD-998E-D713037F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Router Choices In The Mirror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0205F-2CCD-41EA-8F26-04F62B0C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7FBE2-6D0F-48C0-999E-EDEE0FAA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013CB-7D0B-487C-A519-F603E892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router removes timber quickly, so control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4AF0B-1964-4E56-9604-63D132B9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104F5-DFCC-46D0-B5EE-BF95394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2B73A-72E7-40A1-BAE0-2298AA05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Students may use a router to create round-overs, chamfers or a rebate for the mirror.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7C4AF-BDB2-48F1-87FD-8A78A8E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BE753-386C-4F70-98B2-2F193D0F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E410D-C666-48C3-ACBC-3C12D4DE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bit must be secure, the timber must be controlled, and test cuts should be made on scrap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2014F-F8F0-48C7-9EC3-291DC05B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92549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4D18D-8B0D-4625-A2C2-25230827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6400A-823D-4948-B40C-7F6754C7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73B26-C7FF-4997-A1CB-60045637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D4405-9AAC-4687-92B7-5403B2D7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Plan the cut before the router starts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C4EB3-633C-4B7A-B5F3-4F19673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008E7-2252-4CC3-8BED-23726D7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03A59-7375-4C63-8CA0-D72151F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Routing can improve the frame shape and make a rebate for the mirror, but mistakes happen quickly if the cut is too deep or the timber is not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09603-8E76-46BA-B836-3F9B155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3D972-F1A6-4966-9547-0551508C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817BC-B4C5-43B6-8E7C-59DB8E43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Routing is used for both appearance and function.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DD9EA-3ACC-4BBF-95A7-DDE71402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3B085-8E88-4404-A3BC-43A8367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EC412-0967-48A6-9CC3-19A8860B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An edge profile changes how the frame looks and feels.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92806-04B4-4A29-BBDB-6AD9A89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754674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61740-EB17-4CB5-8966-5BE0522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865F0-DAC6-42DF-A6C2-8E88AD51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0D3F4-21AB-4E1F-AD20-3ACFB67F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D4AF4-3181-4715-8E91-C3EF8736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BD34C-A27F-4E22-89ED-2D8B241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58951-08C5-41DC-B548-BD66392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Safe Routing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2A653-4252-44D4-BDBA-F07B8A94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A2F44-A966-428E-91B4-BE9A63F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Router Choices In The Mirror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51E85-1A6D-472B-9E1E-D1F1F4D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72384-8994-48B8-B011-FAC5E75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Plan the cut before the router starts</a:t>
            </a:r>
          </a:p>
        </p:txBody>
      </p:sp>
    </p:spTree>
    <p:extLst>
      <p:ext uri="{BB962C8B-B14F-4D97-AF65-F5344CB8AC3E}">
        <p14:creationId xmlns:p14="http://schemas.microsoft.com/office/powerpoint/2010/main" val="2063099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6BE2E-27E5-4CCF-81E3-2A240A8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713C5-DE24-4C7A-A9DF-90E456F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E8998-6743-447A-9642-18F60337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B5008-C2AA-47C5-A7C1-0381FFC9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5DF50-79D5-4CAC-897A-534C596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659F-5093-4BB9-AF42-7A445BC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1635B-FE46-44AB-A74B-1D820CEA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64C9E-4F3A-470C-8D8E-72AFD0D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F6C80-B39F-4978-A7B1-4A67FC0C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E1FBC-73A0-4759-8BA2-FFA33343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43A53-1BB1-467B-95B1-D44F83D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ADB04-49C4-40EA-8844-CD6C59D4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E2403-8F35-441D-B839-42999A00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97B02-3929-4DFA-ABE5-7A2DFF4D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90FA0-061E-45EC-94F4-63BAEA67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274693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1F8F-3BE2-4D54-9BC7-FF9B9F9C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979BE-00E3-4301-9566-84D54E80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47D72-E990-4FF0-89BF-20AEBE40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module–05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82F9A-4641-4FC1-92C2-402866E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A05E7-BCCD-4E1F-B5AA-E00A8C14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14231-398B-4658-A083-EF0F28F8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9CBFB-07D0-48DF-AC11-275B2865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Safe Routing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62C9-8D6E-4291-94A2-C591451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87D60-F0D4-4B69-896D-8738B9D5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74C2C-A381-4E93-AE18-3E0B27B7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F7513-525F-4A9F-8D30-635490A0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832C7-9874-4992-9B5F-85BF31D8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629011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2026-08-16T02:12:50.4900000Z</dcterms:created>
  <dcterms:modified xsi:type="dcterms:W3CDTF">2026-08-16T02:12:50.4900000Z</dcterms:modified>
</coreProperties>
</file>