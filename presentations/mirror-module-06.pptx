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4744233dcb46e5" /><Relationship Type="http://schemas.openxmlformats.org/officeDocument/2006/relationships/extended-properties" Target="/docProps/app.xml" Id="Rab435c3d865d4280" /><Relationship Type="http://schemas.openxmlformats.org/officeDocument/2006/relationships/officeDocument" Target="/ppt/presentation.xml" Id="Rdeeeb193c130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612d6ea24f42e8"/>
  </p:sldMasterIdLst>
  <p:notesMasterIdLst>
    <p:notesMasterId xmlns:r="http://schemas.openxmlformats.org/officeDocument/2006/relationships" r:id="R975eb5b6a0be4fca"/>
  </p:notesMasterIdLst>
  <p:sldIdLst>
    <p:sldId xmlns:r="http://schemas.openxmlformats.org/officeDocument/2006/relationships" id="256" r:id="R45394879eeb14b6d"/>
    <p:sldId xmlns:r="http://schemas.openxmlformats.org/officeDocument/2006/relationships" id="257" r:id="R8c40aa14bff0436a"/>
    <p:sldId xmlns:r="http://schemas.openxmlformats.org/officeDocument/2006/relationships" id="258" r:id="R0b991fd0442143d7"/>
    <p:sldId xmlns:r="http://schemas.openxmlformats.org/officeDocument/2006/relationships" id="259" r:id="R7badac3d8d7d4a39"/>
    <p:sldId xmlns:r="http://schemas.openxmlformats.org/officeDocument/2006/relationships" id="260" r:id="Ra2ad17704d7741ae"/>
    <p:sldId xmlns:r="http://schemas.openxmlformats.org/officeDocument/2006/relationships" id="261" r:id="Re936f09dc2054632"/>
    <p:sldId xmlns:r="http://schemas.openxmlformats.org/officeDocument/2006/relationships" id="262" r:id="Reda47701328a4e4c"/>
    <p:sldId xmlns:r="http://schemas.openxmlformats.org/officeDocument/2006/relationships" id="263" r:id="R3b1dae648d7c40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32e45dd614f71" /><Relationship Type="http://schemas.openxmlformats.org/officeDocument/2006/relationships/slideMaster" Target="/ppt/slideMasters/slideMaster1.xml" Id="R11612d6ea24f42e8" /><Relationship Type="http://schemas.openxmlformats.org/officeDocument/2006/relationships/notesMaster" Target="/ppt/notesMasters/notesMaster1.xml" Id="R975eb5b6a0be4fca" /><Relationship Type="http://schemas.openxmlformats.org/officeDocument/2006/relationships/presProps" Target="/ppt/presProps.xml" Id="R90b064ffff714cff" /><Relationship Type="http://schemas.openxmlformats.org/officeDocument/2006/relationships/tableStyles" Target="/ppt/tableStyles.xml" Id="R26253c7c23d34f90" /><Relationship Type="http://schemas.openxmlformats.org/officeDocument/2006/relationships/slide" Target="/ppt/slides/slide1.xml" Id="R45394879eeb14b6d" /><Relationship Type="http://schemas.openxmlformats.org/officeDocument/2006/relationships/slide" Target="/ppt/slides/slide2.xml" Id="R8c40aa14bff0436a" /><Relationship Type="http://schemas.openxmlformats.org/officeDocument/2006/relationships/slide" Target="/ppt/slides/slide3.xml" Id="R0b991fd0442143d7" /><Relationship Type="http://schemas.openxmlformats.org/officeDocument/2006/relationships/slide" Target="/ppt/slides/slide4.xml" Id="R7badac3d8d7d4a39" /><Relationship Type="http://schemas.openxmlformats.org/officeDocument/2006/relationships/slide" Target="/ppt/slides/slide5.xml" Id="Ra2ad17704d7741ae" /><Relationship Type="http://schemas.openxmlformats.org/officeDocument/2006/relationships/slide" Target="/ppt/slides/slide6.xml" Id="Re936f09dc2054632" /><Relationship Type="http://schemas.openxmlformats.org/officeDocument/2006/relationships/slide" Target="/ppt/slides/slide7.xml" Id="Reda47701328a4e4c" /><Relationship Type="http://schemas.openxmlformats.org/officeDocument/2006/relationships/slide" Target="/ppt/slides/slide8.xml" Id="R3b1dae648d7c40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23254a649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0de7ec76b94cdd" /><Relationship Type="http://schemas.openxmlformats.org/officeDocument/2006/relationships/notesMaster" Target="/ppt/notesMasters/notesMaster1.xml" Id="R20ff179755004f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1feaed39f3419a" /><Relationship Type="http://schemas.openxmlformats.org/officeDocument/2006/relationships/notesMaster" Target="/ppt/notesMasters/notesMaster1.xml" Id="Rc333a344d77b47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6b26d38b64882" /><Relationship Type="http://schemas.openxmlformats.org/officeDocument/2006/relationships/notesMaster" Target="/ppt/notesMasters/notesMaster1.xml" Id="R9415a18f6250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bbf3a332424f45" /><Relationship Type="http://schemas.openxmlformats.org/officeDocument/2006/relationships/notesMaster" Target="/ppt/notesMasters/notesMaster1.xml" Id="Rf9bed786d8df40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189dd9aec48ba" /><Relationship Type="http://schemas.openxmlformats.org/officeDocument/2006/relationships/notesMaster" Target="/ppt/notesMasters/notesMaster1.xml" Id="R8bab0ce29f8042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9b1d40d034aa6" /><Relationship Type="http://schemas.openxmlformats.org/officeDocument/2006/relationships/notesMaster" Target="/ppt/notesMasters/notesMaster1.xml" Id="R7b54e253b5bd44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56f6c4fba4458c" /><Relationship Type="http://schemas.openxmlformats.org/officeDocument/2006/relationships/notesMaster" Target="/ppt/notesMasters/notesMaster1.xml" Id="R6691317a4a2743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0c1c52dff1425c" /><Relationship Type="http://schemas.openxmlformats.org/officeDocument/2006/relationships/notesMaster" Target="/ppt/notesMasters/notesMaster1.xml" Id="R455a370bda5649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Finishing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Chemical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Finish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mirror_theory_finishing.html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e2023a9c74b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cebcabb2e49ed" /><Relationship Type="http://schemas.openxmlformats.org/officeDocument/2006/relationships/slideLayout" Target="/ppt/slideLayouts/slideLayout1.xml" Id="R520e08d6c0314d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e08d6c0314d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acf61fafd4aa2" /><Relationship Type="http://schemas.openxmlformats.org/officeDocument/2006/relationships/image" Target="/ppt/media/image.png" Id="R74145671065a422a" /><Relationship Type="http://schemas.openxmlformats.org/officeDocument/2006/relationships/notesSlide" Target="/ppt/notesSlides/notesSlide1.xml" Id="R5e31b6e21374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9f612380a4c3e" /><Relationship Type="http://schemas.openxmlformats.org/officeDocument/2006/relationships/notesSlide" Target="/ppt/notesSlides/notesSlide2.xml" Id="R6f62b63b11c343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3682b6fd74a4e" /><Relationship Type="http://schemas.openxmlformats.org/officeDocument/2006/relationships/notesSlide" Target="/ppt/notesSlides/notesSlide3.xml" Id="Reac81b077c1b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a2f2bf6fc4501" /><Relationship Type="http://schemas.openxmlformats.org/officeDocument/2006/relationships/notesSlide" Target="/ppt/notesSlides/notesSlide4.xml" Id="R6da09630a01347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52dbe074e4f63" /><Relationship Type="http://schemas.openxmlformats.org/officeDocument/2006/relationships/notesSlide" Target="/ppt/notesSlides/notesSlide5.xml" Id="R78b052ca99f04f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440a27b554d38" /><Relationship Type="http://schemas.openxmlformats.org/officeDocument/2006/relationships/notesSlide" Target="/ppt/notesSlides/notesSlide6.xml" Id="R0c529272ec9648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4f03b55b543dd" /><Relationship Type="http://schemas.openxmlformats.org/officeDocument/2006/relationships/notesSlide" Target="/ppt/notesSlides/notesSlide7.xml" Id="Rfb4fd8bba8724a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cfec96d3b4369" /><Relationship Type="http://schemas.openxmlformats.org/officeDocument/2006/relationships/notesSlide" Target="/ppt/notesSlides/notesSlide8.xml" Id="Rce494772d0594e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AF58B-2AE8-4BA0-BA9C-DFF3A1F9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C4094-671C-4805-89C5-0D002E81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EEDA0-3E6C-4008-B899-C2C16884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DB6B4-5ED1-4A19-80F1-9DFE505A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Surface preparation, finish choice, safe application and cleanup.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AC8AA-3FD1-49A5-BDA5-FB1457C9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782BC-41D4-45C4-92BF-A9233A92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4F5C9-FAA8-41A7-AC7A-C9CFC155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B67C8-CAEA-45B9-B715-02B3A071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45671065a422a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536321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2E3E9-9382-4023-B466-BC6235BF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CF842-6B4B-470F-873A-9FB48AFD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EA1AC-E6A7-4C48-B4B6-3304B0A3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60297-94A9-4098-9078-AA340280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2A3C5-44BE-4EBE-B924-777CC43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E4DA1-876F-421C-88D2-1740924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4C4BC-969C-4EE6-9FFF-64891BBF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2CD94-33C0-4EC4-AAA4-E6B82721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Finishing Routine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08940-A48A-4AD1-94FC-C75D245E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60A99-A44A-4F68-8B8D-98C0E5F7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545A5-5CDF-4540-91FA-04034C0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Chemical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06F5F-3A95-47BD-A86C-B4287717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1BA40-FFA9-4B57-ABD8-9854DCF6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DD883-8695-4F09-9677-BD7DE48D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Finish Types</a:t>
            </a:r>
          </a:p>
        </p:txBody>
      </p:sp>
    </p:spTree>
    <p:extLst>
      <p:ext uri="{BB962C8B-B14F-4D97-AF65-F5344CB8AC3E}">
        <p14:creationId xmlns:p14="http://schemas.microsoft.com/office/powerpoint/2010/main" val="1805915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DD2D1-1FD4-4619-9F49-D7AF4BF2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0B09C-ADA4-47E1-889A-0EC39C2B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78157-88AE-4C31-8616-FA5BB12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0C7AC-9443-4BAF-B481-6B2FA60B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Finishing Routine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BC1EC-65C3-4B02-B54A-A2432912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EE3BF-9097-4C54-95E6-243C9FD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632A8-CB1C-4DAD-83DC-9AE324F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Surface preparation, finish choice, safe application and cleanup.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51EA9-96EF-47C0-B029-98FB0F2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0EC88-7FCA-410E-A20E-A93998A5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85E99-9BA6-4D4E-8D44-D0D495FB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Finishing protects the timber and improves the appearance.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C477A-133F-40E1-B3CC-8326AFF5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3D87D-06E2-433E-8FD6-84172A1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9546A-0564-4075-BCDE-D0C2953E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It only works well if the surface is prepared properly.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0C885-8928-4762-B303-12F5B45E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88256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4AEFE-F6BD-44E1-8066-3B8649A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B4D06-0E16-4B8B-9F06-847BB30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0CDE5-FD35-4A32-8F24-CC995B02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8A52E-C3F0-405E-9F2C-0AF7BB55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Chemical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AE832-4215-4FFB-B443-E9B026B0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0631D-07C0-4A23-8554-1CFCCE5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A17C2-B91B-4E12-8134-A06C6E09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Sanding removes machining marks and prepares the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2C667-3106-4866-AA84-A3483794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72D94-4E94-4DBB-9C98-FD46D4C1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471D0-7F89-408A-BF72-540C189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Work through the grit sequence rather than jumping straight to fine paper.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21F76-0CA1-4B20-9A3B-56F3062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61CF3-BD99-4EB0-92E1-F34280B5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A0B01-4616-418A-A15A-42C06D59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Dust must be removed before applying finish.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C3ABF-B263-473B-8411-761846F3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044451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0D748-7F2F-4194-A53C-1D08F10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366A5-1D52-4193-AF01-D7E773F6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3458C-A3DB-4AF0-8686-EE40A51C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2AB09-F7EC-456D-A107-16341552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Finish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38DA7-D7BF-4740-A7DB-E11F6AF2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A7D4B-9596-4CDE-AA7B-D9D52E0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380B5-55A6-4514-9A03-547AF1C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Wood finishes can be flammable or harmful if used badly.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61C97-4D85-46AA-9D37-782604A6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07D4D-3C6F-4458-A9F9-1B96629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8F4DC-AF53-4EE0-B888-0C978DA2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Read the label, use ventilation, wear required PPE, and follow MSDS instructions for storage, spills and disposal.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28413-5568-4386-8CB5-6717207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E7858-0930-49E1-A077-B39087E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51351-EA4B-43F3-A0B5-FABDB369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It will not hide poor preparation; it usually highlights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41218-DA15-435E-90F4-7FF9B670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412247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0E664-AF54-4022-8097-7E45352B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9AC6C-74FD-4A10-AC50-BE358EBB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14FE7-4131-42B8-A9D3-3B5E820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AB7EE-3B2B-4F77-90DE-89C14F04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7E378-101A-4FB1-BBBD-3A064B2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70E97-4F12-4FB2-BEA3-097D4AC0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Finishing Routine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EA272-A048-41ED-BF94-8B0F6D56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A0FA9-C590-44E9-8C96-F763A4AB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Chemical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0F355-FD27-4B18-AE46-23E271B2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F8975-8CE7-430A-95D5-6B1B8EF1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Finish Types</a:t>
            </a:r>
          </a:p>
        </p:txBody>
      </p:sp>
    </p:spTree>
    <p:extLst>
      <p:ext uri="{BB962C8B-B14F-4D97-AF65-F5344CB8AC3E}">
        <p14:creationId xmlns:p14="http://schemas.microsoft.com/office/powerpoint/2010/main" val="1251799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B29E8-5979-4A8C-8230-69D6A02F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26DDF-8016-4ADD-A453-A9FD661B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8B105-51CB-4479-B195-EB29375E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A92E7-2F60-426D-8FCD-B8058FA6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DEF43-CF28-4C6E-B12A-35225230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5873-75C2-411C-A92C-3D85BAB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4CBF4-D4F5-4AD1-AD2B-58183C41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D0911-94F8-4E3F-AEE5-8076C0EE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0A561-E7D4-441B-809D-2936B33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9C68E-1FC7-4E93-A84A-C58DC086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8DD39-F135-4662-9EE0-FA9C7CB2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4F6BB-C30A-4425-8762-406F120F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AAB43-D771-47A7-B117-AE93FC50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F5F32-1FDE-4ED4-A0DC-7BCF7138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847A1-F3F5-4CC5-AB2E-B3B462AA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79120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B21E8-8F1C-4F60-8580-79DE7ED2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4A44A-98A5-4117-82AD-0A815A1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12683-63B6-4B39-9A45-0A04AEF2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F7EE9-54C4-43A2-9F4C-1C5CE5D1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D9890-C28F-4C70-957A-05CA2EC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7850F-E105-4089-ADDF-65AB6EC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BFEA4-FBD3-40D7-B65B-B7FEF01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Finishing Routine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37A75-378A-4FBD-9B31-D770587E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B5252-66BB-4A08-BBB9-CC42BA70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910B0-D5D8-4743-879C-EA931E54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5E016-D8CD-46B2-80F4-808DBDB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E3EB1-E769-4171-AF41-4B539E43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933692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2026-08-16T02:12:51.0130000Z</dcterms:created>
  <dcterms:modified xsi:type="dcterms:W3CDTF">2026-08-16T02:12:51.0130000Z</dcterms:modified>
</coreProperties>
</file>