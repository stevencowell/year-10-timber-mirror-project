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b39718a4954f0e" /><Relationship Type="http://schemas.openxmlformats.org/officeDocument/2006/relationships/extended-properties" Target="/docProps/app.xml" Id="Raa3a086f8f694a5e" /><Relationship Type="http://schemas.openxmlformats.org/officeDocument/2006/relationships/officeDocument" Target="/ppt/presentation.xml" Id="R057b82dcac81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a7911c54084a3d"/>
  </p:sldMasterIdLst>
  <p:notesMasterIdLst>
    <p:notesMasterId xmlns:r="http://schemas.openxmlformats.org/officeDocument/2006/relationships" r:id="R7055f4dd80d447e1"/>
  </p:notesMasterIdLst>
  <p:sldIdLst>
    <p:sldId xmlns:r="http://schemas.openxmlformats.org/officeDocument/2006/relationships" id="256" r:id="R220166976e1247f6"/>
    <p:sldId xmlns:r="http://schemas.openxmlformats.org/officeDocument/2006/relationships" id="257" r:id="Re42618c9fbd04a17"/>
    <p:sldId xmlns:r="http://schemas.openxmlformats.org/officeDocument/2006/relationships" id="258" r:id="R2d5dcc8955fb4001"/>
    <p:sldId xmlns:r="http://schemas.openxmlformats.org/officeDocument/2006/relationships" id="259" r:id="Rcc46ddcf3a2c477e"/>
    <p:sldId xmlns:r="http://schemas.openxmlformats.org/officeDocument/2006/relationships" id="260" r:id="Ra04ec88a02d7428f"/>
    <p:sldId xmlns:r="http://schemas.openxmlformats.org/officeDocument/2006/relationships" id="261" r:id="R07807df183a848a8"/>
    <p:sldId xmlns:r="http://schemas.openxmlformats.org/officeDocument/2006/relationships" id="262" r:id="Rdd8c0ef4f6494c0d"/>
    <p:sldId xmlns:r="http://schemas.openxmlformats.org/officeDocument/2006/relationships" id="263" r:id="Rf11f26cea84241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a88e79914a409f" /><Relationship Type="http://schemas.openxmlformats.org/officeDocument/2006/relationships/slideMaster" Target="/ppt/slideMasters/slideMaster1.xml" Id="R47a7911c54084a3d" /><Relationship Type="http://schemas.openxmlformats.org/officeDocument/2006/relationships/notesMaster" Target="/ppt/notesMasters/notesMaster1.xml" Id="R7055f4dd80d447e1" /><Relationship Type="http://schemas.openxmlformats.org/officeDocument/2006/relationships/presProps" Target="/ppt/presProps.xml" Id="Rc2ca0e6912ab4908" /><Relationship Type="http://schemas.openxmlformats.org/officeDocument/2006/relationships/tableStyles" Target="/ppt/tableStyles.xml" Id="R6df30c359bda4a2a" /><Relationship Type="http://schemas.openxmlformats.org/officeDocument/2006/relationships/slide" Target="/ppt/slides/slide1.xml" Id="R220166976e1247f6" /><Relationship Type="http://schemas.openxmlformats.org/officeDocument/2006/relationships/slide" Target="/ppt/slides/slide2.xml" Id="Re42618c9fbd04a17" /><Relationship Type="http://schemas.openxmlformats.org/officeDocument/2006/relationships/slide" Target="/ppt/slides/slide3.xml" Id="R2d5dcc8955fb4001" /><Relationship Type="http://schemas.openxmlformats.org/officeDocument/2006/relationships/slide" Target="/ppt/slides/slide4.xml" Id="Rcc46ddcf3a2c477e" /><Relationship Type="http://schemas.openxmlformats.org/officeDocument/2006/relationships/slide" Target="/ppt/slides/slide5.xml" Id="Ra04ec88a02d7428f" /><Relationship Type="http://schemas.openxmlformats.org/officeDocument/2006/relationships/slide" Target="/ppt/slides/slide6.xml" Id="R07807df183a848a8" /><Relationship Type="http://schemas.openxmlformats.org/officeDocument/2006/relationships/slide" Target="/ppt/slides/slide7.xml" Id="Rdd8c0ef4f6494c0d" /><Relationship Type="http://schemas.openxmlformats.org/officeDocument/2006/relationships/slide" Target="/ppt/slides/slide8.xml" Id="Rf11f26cea84241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6c7ae825f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5920b5eb5e467c" /><Relationship Type="http://schemas.openxmlformats.org/officeDocument/2006/relationships/notesMaster" Target="/ppt/notesMasters/notesMaster1.xml" Id="Ra8823d57c72544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a58841b9a2469e" /><Relationship Type="http://schemas.openxmlformats.org/officeDocument/2006/relationships/notesMaster" Target="/ppt/notesMasters/notesMaster1.xml" Id="R18fc5910daec4f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b3695c9e7841c7" /><Relationship Type="http://schemas.openxmlformats.org/officeDocument/2006/relationships/notesMaster" Target="/ppt/notesMasters/notesMaster1.xml" Id="Rcef9c18da1ad4b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e555e63fb242e4" /><Relationship Type="http://schemas.openxmlformats.org/officeDocument/2006/relationships/notesMaster" Target="/ppt/notesMasters/notesMaster1.xml" Id="R03c96ed3536448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e2ec60f2d4982" /><Relationship Type="http://schemas.openxmlformats.org/officeDocument/2006/relationships/notesMaster" Target="/ppt/notesMasters/notesMaster1.xml" Id="R6721b332ecda43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b0651477524891" /><Relationship Type="http://schemas.openxmlformats.org/officeDocument/2006/relationships/notesMaster" Target="/ppt/notesMasters/notesMaster1.xml" Id="Rb85cd291b8bb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7cda35925642df" /><Relationship Type="http://schemas.openxmlformats.org/officeDocument/2006/relationships/notesMaster" Target="/ppt/notesMasters/notesMaster1.xml" Id="Re8266bcd95864d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d74881c30b4ddd" /><Relationship Type="http://schemas.openxmlformats.org/officeDocument/2006/relationships/notesMaster" Target="/ppt/notesMasters/notesMaster1.xml" Id="Rf2a5316cf86b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Design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From Brief To Final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Show how your idea improves.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mirror_theory_design.html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32052c709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ba854ef8f4b19" /><Relationship Type="http://schemas.openxmlformats.org/officeDocument/2006/relationships/slideLayout" Target="/ppt/slideLayouts/slideLayout1.xml" Id="R4c99c13b9e23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99c13b9e23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52edb4c444467" /><Relationship Type="http://schemas.openxmlformats.org/officeDocument/2006/relationships/image" Target="/ppt/media/image.png" Id="Rab6ba2f259d140a5" /><Relationship Type="http://schemas.openxmlformats.org/officeDocument/2006/relationships/notesSlide" Target="/ppt/notesSlides/notesSlide1.xml" Id="Rdbd510f5399e49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cbca450574335" /><Relationship Type="http://schemas.openxmlformats.org/officeDocument/2006/relationships/notesSlide" Target="/ppt/notesSlides/notesSlide2.xml" Id="Re4972b11375141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f6da3c25d4b1c" /><Relationship Type="http://schemas.openxmlformats.org/officeDocument/2006/relationships/notesSlide" Target="/ppt/notesSlides/notesSlide3.xml" Id="R3c4564b8438546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42fb1d2f9489b" /><Relationship Type="http://schemas.openxmlformats.org/officeDocument/2006/relationships/notesSlide" Target="/ppt/notesSlides/notesSlide4.xml" Id="R9d1e59c3fd924c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108ad054843d8" /><Relationship Type="http://schemas.openxmlformats.org/officeDocument/2006/relationships/notesSlide" Target="/ppt/notesSlides/notesSlide5.xml" Id="R801667ce2c0540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f91eb6c064eb3" /><Relationship Type="http://schemas.openxmlformats.org/officeDocument/2006/relationships/notesSlide" Target="/ppt/notesSlides/notesSlide6.xml" Id="Rc4a70e3e8af849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c26127c2405b" /><Relationship Type="http://schemas.openxmlformats.org/officeDocument/2006/relationships/notesSlide" Target="/ppt/notesSlides/notesSlide7.xml" Id="R5dde9a2257c649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06468b03045dc" /><Relationship Type="http://schemas.openxmlformats.org/officeDocument/2006/relationships/notesSlide" Target="/ppt/notesSlides/notesSlide8.xml" Id="R85f2f8b1ab5c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C2289-64FC-40D8-822C-41612FB8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42054-D598-439A-AEBA-CD3D530B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BFBD8-84D7-4E60-9B80-BD8E886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2B0C7-F018-4C58-9718-80EA2F18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Briefs, constraints, sketches, user needs and project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40361-8E8D-4D9C-B866-D5AE6E48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module–07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010DE-34C0-4B36-B214-7C860ED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04E7F-483D-4CF0-996E-3B5F1F08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1B70A-4963-403B-9DF5-7F045F3F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ba2f259d140a5"/>
          <a:stretch xmlns:a="http://schemas.openxmlformats.org/drawingml/2006/main"/>
        </p:blipFill>
        <p:spPr>
          <a:xfrm xmlns:a="http://schemas.openxmlformats.org/drawingml/2006/main">
            <a:off x="7658100" y="2352652"/>
            <a:ext cx="3714750" cy="2038395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990390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D89F1-A998-47FF-89A7-03949E20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980C5-458F-440C-99B9-E2F293D6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34F76-D15A-4284-B6D4-2C9A6EC2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4A8F1-C8A3-41AC-B79F-31CDBB1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98923-8344-4DD3-AFBB-231A8FD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773BE-2309-47A7-BCE6-EAD10091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24025-930C-4296-A8ED-A3C7336F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A70AB-B231-42F8-A69B-49E34C5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Design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5E55B-BAE4-4805-8332-2FEF3DE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FDF32-0958-4E1E-A69A-B279CE58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38828-0021-4413-817B-25ACCA3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From Brief To Final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3AEFB-4515-4CA7-BF5C-262A50A0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9E381-5630-4923-BB63-F166F879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E5D98-5D5A-4F98-BB61-9FCA4E7A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Show how your idea improves</a:t>
            </a:r>
          </a:p>
        </p:txBody>
      </p:sp>
    </p:spTree>
    <p:extLst>
      <p:ext uri="{BB962C8B-B14F-4D97-AF65-F5344CB8AC3E}">
        <p14:creationId xmlns:p14="http://schemas.microsoft.com/office/powerpoint/2010/main" val="54346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654B0-2BA4-4908-887E-D3743EA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4D265-607A-40F3-8972-42EECA8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4DA23-9AFB-400B-BF87-7C5459F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5FDF-8B8F-4BE0-9D86-E6ADA9A4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Design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41472-0C24-4A2C-9999-FE1DF97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F09EC-2736-4BE1-8AD3-6914483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0C3CA-7998-437F-900C-FC849CD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Briefs, constraints, sketches, user needs and project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143C4-9CC9-4DEF-929E-89E167B7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0E424-A794-4BB2-B4E1-92FFB7AB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67081-745B-461C-98A2-0FFC6B3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design is more than a nice sketch.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1141A-14C4-45C3-BA94-D7FB3B79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ED96D-7A39-47BC-86A8-AB779C6E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98197-1B00-41B4-A556-FB8CDA1A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It explains what the project is for, who it is for and how it will be made.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D879D-DCC6-4A88-8852-C379095A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17778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0E59C-18F5-4933-A1D8-1FBFF30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59EB7-B906-42ED-979E-CFE0AF99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7370E-8CF9-4CF2-A008-239BAC3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B41C9-FA86-4CD4-A12B-5315C84D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From Brief To Final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3AF50-E261-437F-910D-7F7FC18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40D14-F41D-4DA1-9CD8-3751923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55EF-1ED2-43A1-917D-15411F1E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Design choices should be explained, not just decorated.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E1A83-4648-4442-B04B-E24C98DC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36369-3993-4715-9B96-EE62390F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EF649-CC19-4A49-BBFF-EF2A77AD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strong mirror design considers size, timber choice, edge profile, joint method, finish, hanging method, available tools and the target user.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E59C3-144C-4A1C-A917-D77554DF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2D000-9767-4FA5-A145-01AFBC8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C5746-9944-4133-9998-795357DE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portfolio needs to show thinking, not just a finished object.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EE783-B139-4B63-B451-A372CCFA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31825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D07A3-95E8-427D-8FC8-C86487E4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DA1B6-DACD-49AA-B4F3-723C6F9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49A24-09BC-446A-9D67-1301962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BB7DB-B6E0-44E9-B558-C592CB96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Show how your idea improves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C1ADD-5F88-40A2-802F-B721B839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DFF97-19C3-4E9F-A354-B30821B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496C1-0E16-4665-A30E-1429E690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portfolio needs to show thinking, not just a finished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E8A78-3EDF-4375-A2FB-31D68D3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056C4-0551-4C8C-8394-65D6DE85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B91E3-27C4-47A9-BFA7-58DB201B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Good design notes explain why choices were made and how problems changed the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61CFD-04E0-4B00-94DB-64769906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5398F-FC4B-4650-9C8F-7CA84D97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7EA91-9B80-40D8-990E-C15585B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design process starts with a brief, then moves through sketches, material choices, construction decisions and changes made during production.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FF0FE-4064-4191-B15B-446947BA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84329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2D166-4DD2-41D4-94A7-47EFDC3A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3ABDB-3ACE-4ED3-B02E-5FC10AD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FD80E-3C46-4292-A34C-62748CA9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15BFC-BFE1-4BAB-B6C0-A9AE95A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DAFA5-4243-4171-A649-362FB20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292B3-19DC-4174-9108-3A1E0B11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Design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9F21F-3F61-4D9B-B1D3-DA6A6021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032E6-B79D-49E3-BB2E-0B0FB6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From Brief To Final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1B722-46D6-4C55-84B7-AA827091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3C623-6DBC-4577-ADF9-B4F43527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Show how your idea improves</a:t>
            </a:r>
          </a:p>
        </p:txBody>
      </p:sp>
    </p:spTree>
    <p:extLst>
      <p:ext uri="{BB962C8B-B14F-4D97-AF65-F5344CB8AC3E}">
        <p14:creationId xmlns:p14="http://schemas.microsoft.com/office/powerpoint/2010/main" val="18482903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3171D-9255-4B07-8834-DD8FB787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F5009-784F-4423-9C59-242D75F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D6EC5-157A-4410-BF9D-A951D12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87DE9-163B-44BD-B0C6-0A7450BC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119C2-A975-41B0-A95D-AD3C0BF3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0D8FC-9619-4B1F-AB23-CF1EAEB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81865-134D-4C7B-8BB4-1C51B72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EE353-220E-4C28-A173-A0FCD0FE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FEBD1-3B1B-48B6-8DE4-014F2B8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2D42F-4F19-408E-AA7A-255FAD0E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93ED4-B427-43F8-A114-228424CE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267BC-3E8F-459B-979F-7FBEC08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8523E-6DFE-4AF6-AC62-D69DA5B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51B5B-78FE-4728-917B-1BDBDD0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23372-AB09-48D5-81B9-25BEC18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25362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F3353-5EBD-4FF2-BC3D-C7037FC2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C743-9C57-4EFD-8EBF-F929AA9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E62AA-0454-4AA7-9FB7-2104862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module–07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9A8D7-3549-45F6-B16F-7B5FB5C0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77636-12D6-4675-94D0-F7A92246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C821D-1CF3-4223-A9D6-665C8A9F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34E7B-F1B5-4AF3-91C4-3E19C62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Design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41E2E-C943-4E62-8DF7-FDD13DA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93A1F-0C87-42C0-854C-DBC73679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750AC-F2EB-41B5-9B30-FE8D0E9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EF2AE-F3F4-4A47-BF1E-860C5386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D7A82-11C3-41AE-B354-B37734EA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740939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2026-08-16T02:12:51.6010000Z</dcterms:created>
  <dcterms:modified xsi:type="dcterms:W3CDTF">2026-08-16T02:12:51.6010000Z</dcterms:modified>
</coreProperties>
</file>